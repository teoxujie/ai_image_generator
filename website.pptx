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4"/>
  </p:sldMasterIdLst>
  <p:notesMasterIdLst>
    <p:notesMasterId r:id="rId30"/>
  </p:notesMasterIdLst>
  <p:sldIdLst>
    <p:sldId id="256" r:id="rId5"/>
    <p:sldId id="272" r:id="rId6"/>
    <p:sldId id="281" r:id="rId7"/>
    <p:sldId id="273" r:id="rId8"/>
    <p:sldId id="274" r:id="rId9"/>
    <p:sldId id="276" r:id="rId10"/>
    <p:sldId id="275" r:id="rId11"/>
    <p:sldId id="277" r:id="rId12"/>
    <p:sldId id="278" r:id="rId13"/>
    <p:sldId id="283" r:id="rId14"/>
    <p:sldId id="284" r:id="rId15"/>
    <p:sldId id="282" r:id="rId16"/>
    <p:sldId id="286" r:id="rId17"/>
    <p:sldId id="279" r:id="rId18"/>
    <p:sldId id="257" r:id="rId19"/>
    <p:sldId id="258" r:id="rId20"/>
    <p:sldId id="259" r:id="rId21"/>
    <p:sldId id="260" r:id="rId22"/>
    <p:sldId id="261" r:id="rId23"/>
    <p:sldId id="262" r:id="rId24"/>
    <p:sldId id="263" r:id="rId25"/>
    <p:sldId id="287" r:id="rId26"/>
    <p:sldId id="264" r:id="rId27"/>
    <p:sldId id="265" r:id="rId28"/>
    <p:sldId id="266" r:id="rId29"/>
  </p:sldIdLst>
  <p:sldSz cx="9144000" cy="5143500" type="screen16x9"/>
  <p:notesSz cx="6858000" cy="9144000"/>
  <p:embeddedFontLst>
    <p:embeddedFont>
      <p:font typeface="Josefin Sans" pitchFamily="2" charset="0"/>
      <p:regular r:id="rId31"/>
      <p:bold r:id="rId32"/>
    </p:embeddedFont>
    <p:embeddedFont>
      <p:font typeface="Merriweather Light" panose="00000400000000000000" pitchFamily="2" charset="0"/>
      <p:regular r:id="rId33"/>
      <p:italic r:id="rId34"/>
    </p:embeddedFont>
    <p:embeddedFont>
      <p:font typeface="Montserrat" panose="00000500000000000000" pitchFamily="2" charset="0"/>
      <p:regular r:id="rId35"/>
      <p:bold r:id="rId36"/>
      <p:italic r:id="rId37"/>
      <p:boldItalic r:id="rId38"/>
    </p:embeddedFont>
    <p:embeddedFont>
      <p:font typeface="Open Sans" panose="020B0606030504020204" pitchFamily="34" charset="0"/>
      <p:regular r:id="rId39"/>
      <p:bold r:id="rId40"/>
      <p:italic r:id="rId41"/>
      <p:boldItalic r:id="rId42"/>
    </p:embeddedFont>
    <p:embeddedFont>
      <p:font typeface="Open Sans SemiBold" panose="020B0706030804020204" pitchFamily="34" charset="0"/>
      <p:bold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A78D3B-DBA4-459F-B231-3A479F5DC6D3}" v="55" dt="2025-02-16T17:12:56.310"/>
  </p1510:revLst>
</p1510:revInfo>
</file>

<file path=ppt/tableStyles.xml><?xml version="1.0" encoding="utf-8"?>
<a:tblStyleLst xmlns:a="http://schemas.openxmlformats.org/drawingml/2006/main" def="{E1EE8D56-F346-4340-AC35-3498E3CB3B28}">
  <a:tblStyle styleId="{E1EE8D56-F346-4340-AC35-3498E3CB3B2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8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247500" y="1433050"/>
            <a:ext cx="18381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a:endParaRPr/>
          </a:p>
        </p:txBody>
      </p:sp>
      <p:sp>
        <p:nvSpPr>
          <p:cNvPr id="44" name="Google Shape;44;p7"/>
          <p:cNvSpPr txBox="1">
            <a:spLocks noGrp="1"/>
          </p:cNvSpPr>
          <p:nvPr>
            <p:ph type="subTitle" idx="2"/>
          </p:nvPr>
        </p:nvSpPr>
        <p:spPr>
          <a:xfrm>
            <a:off x="2247500" y="1790050"/>
            <a:ext cx="5160300" cy="2754000"/>
          </a:xfrm>
          <a:prstGeom prst="rect">
            <a:avLst/>
          </a:prstGeom>
        </p:spPr>
        <p:txBody>
          <a:bodyPr spcFirstLastPara="1" wrap="square" lIns="91425" tIns="91425" rIns="91425" bIns="91425" anchor="t" anchorCtr="0">
            <a:noAutofit/>
          </a:bodyPr>
          <a:lstStyle>
            <a:lvl1pPr marR="50800" lvl="0" rtl="0">
              <a:lnSpc>
                <a:spcPct val="166000"/>
              </a:lnSpc>
              <a:spcBef>
                <a:spcPts val="0"/>
              </a:spcBef>
              <a:spcAft>
                <a:spcPts val="0"/>
              </a:spcAft>
              <a:buClr>
                <a:schemeClr val="accent1"/>
              </a:buClr>
              <a:buSzPts val="1400"/>
              <a:buChar char="●"/>
              <a:defRPr sz="1400">
                <a:solidFill>
                  <a:srgbClr val="374957"/>
                </a:solidFill>
              </a:defRPr>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5" name="Google Shape;45;p7"/>
          <p:cNvSpPr txBox="1">
            <a:spLocks noGrp="1"/>
          </p:cNvSpPr>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46" name="Google Shape;46;p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 name="Google Shape;47;p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122500" y="1073000"/>
            <a:ext cx="6899100" cy="2856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50" name="Google Shape;50;p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1" name="Google Shape;51;p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 name="Google Shape;52;p8"/>
          <p:cNvCxnSpPr/>
          <p:nvPr/>
        </p:nvCxnSpPr>
        <p:spPr>
          <a:xfrm flipH="1">
            <a:off x="7093250" y="3935075"/>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3" name="Google Shape;53;p8"/>
          <p:cNvCxnSpPr/>
          <p:nvPr/>
        </p:nvCxnSpPr>
        <p:spPr>
          <a:xfrm flipH="1">
            <a:off x="-420450" y="-121600"/>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713225" y="441927"/>
            <a:ext cx="3557100" cy="9777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800"/>
              <a:buNone/>
              <a:defRPr sz="3000">
                <a:latin typeface="Vidaloka"/>
                <a:ea typeface="Vidaloka"/>
                <a:cs typeface="Vidaloka"/>
                <a:sym typeface="Vidaloka"/>
              </a:defRPr>
            </a:lvl1pPr>
          </a:lstStyle>
          <a:p>
            <a:endParaRPr/>
          </a:p>
        </p:txBody>
      </p:sp>
      <p:cxnSp>
        <p:nvCxnSpPr>
          <p:cNvPr id="62" name="Google Shape;62;p1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 name="Google Shape;63;p1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4" name="Google Shape;64;p10"/>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713225" y="1345363"/>
            <a:ext cx="7717500" cy="1644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a:spLocks noGrp="1"/>
          </p:cNvSpPr>
          <p:nvPr>
            <p:ph type="subTitle" idx="1"/>
          </p:nvPr>
        </p:nvSpPr>
        <p:spPr>
          <a:xfrm>
            <a:off x="1514325" y="3188648"/>
            <a:ext cx="6120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cxnSp>
        <p:nvCxnSpPr>
          <p:cNvPr id="68" name="Google Shape;68;p1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 name="Google Shape;69;p1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0" name="Google Shape;70;p1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 name="Google Shape;71;p1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 name="Google Shape;91;p14"/>
          <p:cNvSpPr txBox="1">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a:spLocks noGrp="1"/>
          </p:cNvSpPr>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4"/>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4"/>
          <p:cNvSpPr txBox="1">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a:spLocks noGrp="1"/>
          </p:cNvSpPr>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6" name="Google Shape;96;p14"/>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7" name="Google Shape;97;p14"/>
          <p:cNvSpPr txBox="1">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a:spLocks noGrp="1"/>
          </p:cNvSpPr>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9" name="Google Shape;99;p14"/>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0" name="Google Shape;100;p14"/>
          <p:cNvSpPr txBox="1">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a:spLocks noGrp="1"/>
          </p:cNvSpPr>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14"/>
          <p:cNvSpPr txBox="1">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a:spLocks noGrp="1"/>
          </p:cNvSpPr>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 name="Google Shape;106;p14"/>
          <p:cNvSpPr txBox="1">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a:spLocks noGrp="1"/>
          </p:cNvSpPr>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 name="Google Shape;108;p14"/>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94850" y="1482825"/>
            <a:ext cx="51543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9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34" name="Google Shape;134;p18"/>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37"/>
        <p:cNvGrpSpPr/>
        <p:nvPr/>
      </p:nvGrpSpPr>
      <p:grpSpPr>
        <a:xfrm>
          <a:off x="0" y="0"/>
          <a:ext cx="0" cy="0"/>
          <a:chOff x="0" y="0"/>
          <a:chExt cx="0" cy="0"/>
        </a:xfrm>
      </p:grpSpPr>
      <p:sp>
        <p:nvSpPr>
          <p:cNvPr id="138" name="Google Shape;138;p19"/>
          <p:cNvSpPr txBox="1">
            <a:spLocks noGrp="1"/>
          </p:cNvSpPr>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a:endParaRPr/>
          </a:p>
        </p:txBody>
      </p:sp>
      <p:sp>
        <p:nvSpPr>
          <p:cNvPr id="139" name="Google Shape;139;p19"/>
          <p:cNvSpPr txBox="1">
            <a:spLocks noGrp="1"/>
          </p:cNvSpPr>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cxnSp>
        <p:nvCxnSpPr>
          <p:cNvPr id="140" name="Google Shape;140;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1" name="Google Shape;141;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3" name="Google Shape;143;p1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4" name="Google Shape;144;p1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5" name="Google Shape;145;p1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8" name="Google Shape;148;p20"/>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49" name="Google Shape;149;p20"/>
          <p:cNvSpPr txBox="1">
            <a:spLocks noGrp="1"/>
          </p:cNvSpPr>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50" name="Google Shape;150;p20"/>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1" name="Google Shape;151;p20"/>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2" name="Google Shape;152;p20"/>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3" name="Google Shape;153;p20"/>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56" name="Google Shape;156;p2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7" name="Google Shape;157;p2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8" name="Google Shape;158;p21"/>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3" name="Google Shape;163;p2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66" name="Google Shape;166;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9" name="Google Shape;169;p23"/>
          <p:cNvSpPr txBox="1">
            <a:spLocks noGrp="1"/>
          </p:cNvSpPr>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0" name="Google Shape;170;p23"/>
          <p:cNvSpPr txBox="1">
            <a:spLocks noGrp="1"/>
          </p:cNvSpPr>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1" name="Google Shape;171;p23"/>
          <p:cNvSpPr txBox="1">
            <a:spLocks noGrp="1"/>
          </p:cNvSpPr>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2" name="Google Shape;172;p23"/>
          <p:cNvSpPr txBox="1">
            <a:spLocks noGrp="1"/>
          </p:cNvSpPr>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3" name="Google Shape;173;p23"/>
          <p:cNvSpPr txBox="1">
            <a:spLocks noGrp="1"/>
          </p:cNvSpPr>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4" name="Google Shape;174;p23"/>
          <p:cNvSpPr txBox="1">
            <a:spLocks noGrp="1"/>
          </p:cNvSpPr>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5" name="Google Shape;175;p23"/>
          <p:cNvSpPr txBox="1">
            <a:spLocks noGrp="1"/>
          </p:cNvSpPr>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6" name="Google Shape;176;p23"/>
          <p:cNvSpPr txBox="1">
            <a:spLocks noGrp="1"/>
          </p:cNvSpPr>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77" name="Google Shape;177;p2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8" name="Google Shape;178;p2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1" name="Google Shape;181;p2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2" name="Google Shape;182;p2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83" name="Google Shape;183;p2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84" name="Google Shape;184;p24"/>
          <p:cNvSpPr txBox="1">
            <a:spLocks noGrp="1"/>
          </p:cNvSpPr>
          <p:nvPr>
            <p:ph type="body" idx="1"/>
          </p:nvPr>
        </p:nvSpPr>
        <p:spPr>
          <a:xfrm>
            <a:off x="5547900" y="3007750"/>
            <a:ext cx="2883000" cy="15954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marL="914400" lvl="1" indent="-317500" rtl="0">
              <a:lnSpc>
                <a:spcPct val="100000"/>
              </a:lnSpc>
              <a:spcBef>
                <a:spcPts val="0"/>
              </a:spcBef>
              <a:spcAft>
                <a:spcPts val="0"/>
              </a:spcAft>
              <a:buSzPts val="1400"/>
              <a:buChar char="○"/>
              <a:defRPr sz="3000">
                <a:latin typeface="Vidaloka"/>
                <a:ea typeface="Vidaloka"/>
                <a:cs typeface="Vidaloka"/>
                <a:sym typeface="Vidaloka"/>
              </a:defRPr>
            </a:lvl2pPr>
            <a:lvl3pPr marL="1371600" lvl="2" indent="-317500" rtl="0">
              <a:lnSpc>
                <a:spcPct val="100000"/>
              </a:lnSpc>
              <a:spcBef>
                <a:spcPts val="0"/>
              </a:spcBef>
              <a:spcAft>
                <a:spcPts val="0"/>
              </a:spcAft>
              <a:buSzPts val="1400"/>
              <a:buChar char="■"/>
              <a:defRPr sz="3000">
                <a:latin typeface="Vidaloka"/>
                <a:ea typeface="Vidaloka"/>
                <a:cs typeface="Vidaloka"/>
                <a:sym typeface="Vidaloka"/>
              </a:defRPr>
            </a:lvl3pPr>
            <a:lvl4pPr marL="1828800" lvl="3" indent="-317500" rtl="0">
              <a:lnSpc>
                <a:spcPct val="100000"/>
              </a:lnSpc>
              <a:spcBef>
                <a:spcPts val="0"/>
              </a:spcBef>
              <a:spcAft>
                <a:spcPts val="0"/>
              </a:spcAft>
              <a:buSzPts val="1400"/>
              <a:buChar char="●"/>
              <a:defRPr sz="3000">
                <a:latin typeface="Vidaloka"/>
                <a:ea typeface="Vidaloka"/>
                <a:cs typeface="Vidaloka"/>
                <a:sym typeface="Vidaloka"/>
              </a:defRPr>
            </a:lvl4pPr>
            <a:lvl5pPr marL="2286000" lvl="4" indent="-317500" rtl="0">
              <a:lnSpc>
                <a:spcPct val="100000"/>
              </a:lnSpc>
              <a:spcBef>
                <a:spcPts val="0"/>
              </a:spcBef>
              <a:spcAft>
                <a:spcPts val="0"/>
              </a:spcAft>
              <a:buSzPts val="1400"/>
              <a:buChar char="○"/>
              <a:defRPr sz="3000">
                <a:latin typeface="Vidaloka"/>
                <a:ea typeface="Vidaloka"/>
                <a:cs typeface="Vidaloka"/>
                <a:sym typeface="Vidaloka"/>
              </a:defRPr>
            </a:lvl5pPr>
            <a:lvl6pPr marL="2743200" lvl="5" indent="-317500" rtl="0">
              <a:lnSpc>
                <a:spcPct val="100000"/>
              </a:lnSpc>
              <a:spcBef>
                <a:spcPts val="0"/>
              </a:spcBef>
              <a:spcAft>
                <a:spcPts val="0"/>
              </a:spcAft>
              <a:buSzPts val="1400"/>
              <a:buChar char="■"/>
              <a:defRPr sz="3000">
                <a:latin typeface="Vidaloka"/>
                <a:ea typeface="Vidaloka"/>
                <a:cs typeface="Vidaloka"/>
                <a:sym typeface="Vidaloka"/>
              </a:defRPr>
            </a:lvl6pPr>
            <a:lvl7pPr marL="3200400" lvl="6" indent="-317500" rtl="0">
              <a:lnSpc>
                <a:spcPct val="100000"/>
              </a:lnSpc>
              <a:spcBef>
                <a:spcPts val="0"/>
              </a:spcBef>
              <a:spcAft>
                <a:spcPts val="0"/>
              </a:spcAft>
              <a:buSzPts val="1400"/>
              <a:buChar char="●"/>
              <a:defRPr sz="3000">
                <a:latin typeface="Vidaloka"/>
                <a:ea typeface="Vidaloka"/>
                <a:cs typeface="Vidaloka"/>
                <a:sym typeface="Vidaloka"/>
              </a:defRPr>
            </a:lvl7pPr>
            <a:lvl8pPr marL="3657600" lvl="7" indent="-317500" rtl="0">
              <a:lnSpc>
                <a:spcPct val="100000"/>
              </a:lnSpc>
              <a:spcBef>
                <a:spcPts val="0"/>
              </a:spcBef>
              <a:spcAft>
                <a:spcPts val="0"/>
              </a:spcAft>
              <a:buSzPts val="1400"/>
              <a:buChar char="○"/>
              <a:defRPr sz="3000">
                <a:latin typeface="Vidaloka"/>
                <a:ea typeface="Vidaloka"/>
                <a:cs typeface="Vidaloka"/>
                <a:sym typeface="Vidaloka"/>
              </a:defRPr>
            </a:lvl8pPr>
            <a:lvl9pPr marL="4114800" lvl="8" indent="-317500" rtl="0">
              <a:lnSpc>
                <a:spcPct val="100000"/>
              </a:lnSpc>
              <a:spcBef>
                <a:spcPts val="0"/>
              </a:spcBef>
              <a:spcAft>
                <a:spcPts val="0"/>
              </a:spcAft>
              <a:buSzPts val="1400"/>
              <a:buChar char="■"/>
              <a:defRPr sz="3000">
                <a:latin typeface="Vidaloka"/>
                <a:ea typeface="Vidaloka"/>
                <a:cs typeface="Vidaloka"/>
                <a:sym typeface="Vidaloka"/>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Shape 185"/>
        <p:cNvGrpSpPr/>
        <p:nvPr/>
      </p:nvGrpSpPr>
      <p:grpSpPr>
        <a:xfrm>
          <a:off x="0" y="0"/>
          <a:ext cx="0" cy="0"/>
          <a:chOff x="0" y="0"/>
          <a:chExt cx="0" cy="0"/>
        </a:xfrm>
      </p:grpSpPr>
      <p:sp>
        <p:nvSpPr>
          <p:cNvPr id="186" name="Google Shape;186;p25"/>
          <p:cNvSpPr txBox="1">
            <a:spLocks noGrp="1"/>
          </p:cNvSpPr>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a:spLocks noGrp="1"/>
          </p:cNvSpPr>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88" name="Google Shape;188;p2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9" name="Google Shape;189;p2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0" name="Google Shape;190;p2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91" name="Google Shape;191;p2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4956100" y="2467375"/>
            <a:ext cx="24753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94" name="Google Shape;194;p26"/>
          <p:cNvSpPr txBox="1">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195" name="Google Shape;195;p26"/>
          <p:cNvSpPr txBox="1">
            <a:spLocks noGrp="1"/>
          </p:cNvSpPr>
          <p:nvPr>
            <p:ph type="subTitle" idx="1"/>
          </p:nvPr>
        </p:nvSpPr>
        <p:spPr>
          <a:xfrm>
            <a:off x="4956100" y="3116275"/>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96" name="Google Shape;196;p2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7" name="Google Shape;197;p2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8" name="Google Shape;198;p26"/>
          <p:cNvCxnSpPr/>
          <p:nvPr/>
        </p:nvCxnSpPr>
        <p:spPr>
          <a:xfrm>
            <a:off x="-209600" y="2402450"/>
            <a:ext cx="3144300" cy="27897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4373850" y="944250"/>
            <a:ext cx="24753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1" name="Google Shape;201;p27"/>
          <p:cNvSpPr txBox="1">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2" name="Google Shape;202;p27"/>
          <p:cNvSpPr txBox="1">
            <a:spLocks noGrp="1"/>
          </p:cNvSpPr>
          <p:nvPr>
            <p:ph type="subTitle" idx="1"/>
          </p:nvPr>
        </p:nvSpPr>
        <p:spPr>
          <a:xfrm>
            <a:off x="4373850" y="1593150"/>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03" name="Google Shape;203;p2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4" name="Google Shape;204;p2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5" name="Google Shape;205;p2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6" name="Google Shape;206;p2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7" name="Google Shape;207;p2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8" name="Google Shape;208;p2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Shape 209"/>
        <p:cNvGrpSpPr/>
        <p:nvPr/>
      </p:nvGrpSpPr>
      <p:grpSpPr>
        <a:xfrm>
          <a:off x="0" y="0"/>
          <a:ext cx="0" cy="0"/>
          <a:chOff x="0" y="0"/>
          <a:chExt cx="0" cy="0"/>
        </a:xfrm>
      </p:grpSpPr>
      <p:sp>
        <p:nvSpPr>
          <p:cNvPr id="210" name="Google Shape;210;p28"/>
          <p:cNvSpPr txBox="1">
            <a:spLocks noGrp="1"/>
          </p:cNvSpPr>
          <p:nvPr>
            <p:ph type="title"/>
          </p:nvPr>
        </p:nvSpPr>
        <p:spPr>
          <a:xfrm>
            <a:off x="1043725" y="922567"/>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1" name="Google Shape;211;p28"/>
          <p:cNvSpPr txBox="1">
            <a:spLocks noGrp="1"/>
          </p:cNvSpPr>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12" name="Google Shape;212;p2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3" name="Google Shape;213;p2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4" name="Google Shape;214;p28"/>
          <p:cNvCxnSpPr/>
          <p:nvPr/>
        </p:nvCxnSpPr>
        <p:spPr>
          <a:xfrm>
            <a:off x="5322650" y="-80625"/>
            <a:ext cx="4005000" cy="20073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5310925" y="962565"/>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7" name="Google Shape;217;p29"/>
          <p:cNvSpPr txBox="1">
            <a:spLocks noGrp="1"/>
          </p:cNvSpPr>
          <p:nvPr>
            <p:ph type="subTitle" idx="1"/>
          </p:nvPr>
        </p:nvSpPr>
        <p:spPr>
          <a:xfrm>
            <a:off x="5310925" y="3400935"/>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solidFill>
                  <a:schemeClr val="dk1"/>
                </a:solidFill>
              </a:defRPr>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18" name="Google Shape;218;p2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9" name="Google Shape;219;p2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0" name="Google Shape;220;p2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1" name="Google Shape;221;p2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2" name="Google Shape;222;p2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3" name="Google Shape;223;p2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24"/>
        <p:cNvGrpSpPr/>
        <p:nvPr/>
      </p:nvGrpSpPr>
      <p:grpSpPr>
        <a:xfrm>
          <a:off x="0" y="0"/>
          <a:ext cx="0" cy="0"/>
          <a:chOff x="0" y="0"/>
          <a:chExt cx="0" cy="0"/>
        </a:xfrm>
      </p:grpSpPr>
      <p:sp>
        <p:nvSpPr>
          <p:cNvPr id="225" name="Google Shape;225;p30"/>
          <p:cNvSpPr txBox="1">
            <a:spLocks noGrp="1"/>
          </p:cNvSpPr>
          <p:nvPr>
            <p:ph type="subTitle" idx="1"/>
          </p:nvPr>
        </p:nvSpPr>
        <p:spPr>
          <a:xfrm>
            <a:off x="3509000"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26" name="Google Shape;226;p30"/>
          <p:cNvSpPr txBox="1">
            <a:spLocks noGrp="1"/>
          </p:cNvSpPr>
          <p:nvPr>
            <p:ph type="subTitle" idx="2"/>
          </p:nvPr>
        </p:nvSpPr>
        <p:spPr>
          <a:xfrm>
            <a:off x="35090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7" name="Google Shape;227;p30"/>
          <p:cNvSpPr txBox="1">
            <a:spLocks noGrp="1"/>
          </p:cNvSpPr>
          <p:nvPr>
            <p:ph type="subTitle" idx="3"/>
          </p:nvPr>
        </p:nvSpPr>
        <p:spPr>
          <a:xfrm>
            <a:off x="95302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28" name="Google Shape;228;p30"/>
          <p:cNvSpPr txBox="1">
            <a:spLocks noGrp="1"/>
          </p:cNvSpPr>
          <p:nvPr>
            <p:ph type="subTitle" idx="4"/>
          </p:nvPr>
        </p:nvSpPr>
        <p:spPr>
          <a:xfrm>
            <a:off x="9531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9" name="Google Shape;229;p30"/>
          <p:cNvSpPr txBox="1">
            <a:spLocks noGrp="1"/>
          </p:cNvSpPr>
          <p:nvPr>
            <p:ph type="subTitle" idx="5"/>
          </p:nvPr>
        </p:nvSpPr>
        <p:spPr>
          <a:xfrm>
            <a:off x="606487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0" name="Google Shape;230;p30"/>
          <p:cNvSpPr txBox="1">
            <a:spLocks noGrp="1"/>
          </p:cNvSpPr>
          <p:nvPr>
            <p:ph type="subTitle" idx="6"/>
          </p:nvPr>
        </p:nvSpPr>
        <p:spPr>
          <a:xfrm>
            <a:off x="606487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1" name="Google Shape;231;p30"/>
          <p:cNvSpPr txBox="1">
            <a:spLocks noGrp="1"/>
          </p:cNvSpPr>
          <p:nvPr>
            <p:ph type="title"/>
          </p:nvPr>
        </p:nvSpPr>
        <p:spPr>
          <a:xfrm>
            <a:off x="713225" y="445025"/>
            <a:ext cx="665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32" name="Google Shape;232;p3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3" name="Google Shape;233;p3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Shape 234"/>
        <p:cNvGrpSpPr/>
        <p:nvPr/>
      </p:nvGrpSpPr>
      <p:grpSpPr>
        <a:xfrm>
          <a:off x="0" y="0"/>
          <a:ext cx="0" cy="0"/>
          <a:chOff x="0" y="0"/>
          <a:chExt cx="0" cy="0"/>
        </a:xfrm>
      </p:grpSpPr>
      <p:sp>
        <p:nvSpPr>
          <p:cNvPr id="235" name="Google Shape;235;p31"/>
          <p:cNvSpPr txBox="1">
            <a:spLocks noGrp="1"/>
          </p:cNvSpPr>
          <p:nvPr>
            <p:ph type="subTitle" idx="1"/>
          </p:nvPr>
        </p:nvSpPr>
        <p:spPr>
          <a:xfrm>
            <a:off x="3509000"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6" name="Google Shape;236;p31"/>
          <p:cNvSpPr txBox="1">
            <a:spLocks noGrp="1"/>
          </p:cNvSpPr>
          <p:nvPr>
            <p:ph type="subTitle" idx="2"/>
          </p:nvPr>
        </p:nvSpPr>
        <p:spPr>
          <a:xfrm>
            <a:off x="350902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7" name="Google Shape;237;p31"/>
          <p:cNvSpPr txBox="1">
            <a:spLocks noGrp="1"/>
          </p:cNvSpPr>
          <p:nvPr>
            <p:ph type="subTitle" idx="3"/>
          </p:nvPr>
        </p:nvSpPr>
        <p:spPr>
          <a:xfrm>
            <a:off x="953025"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8" name="Google Shape;238;p31"/>
          <p:cNvSpPr txBox="1">
            <a:spLocks noGrp="1"/>
          </p:cNvSpPr>
          <p:nvPr>
            <p:ph type="subTitle" idx="4"/>
          </p:nvPr>
        </p:nvSpPr>
        <p:spPr>
          <a:xfrm>
            <a:off x="95312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9" name="Google Shape;239;p31"/>
          <p:cNvSpPr txBox="1">
            <a:spLocks noGrp="1"/>
          </p:cNvSpPr>
          <p:nvPr>
            <p:ph type="subTitle" idx="5"/>
          </p:nvPr>
        </p:nvSpPr>
        <p:spPr>
          <a:xfrm>
            <a:off x="6064875"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0" name="Google Shape;240;p31"/>
          <p:cNvSpPr txBox="1">
            <a:spLocks noGrp="1"/>
          </p:cNvSpPr>
          <p:nvPr>
            <p:ph type="subTitle" idx="6"/>
          </p:nvPr>
        </p:nvSpPr>
        <p:spPr>
          <a:xfrm>
            <a:off x="606487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1" name="Google Shape;241;p31"/>
          <p:cNvSpPr txBox="1">
            <a:spLocks noGrp="1"/>
          </p:cNvSpPr>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242" name="Google Shape;242;p31"/>
          <p:cNvSpPr txBox="1">
            <a:spLocks noGrp="1"/>
          </p:cNvSpPr>
          <p:nvPr>
            <p:ph type="subTitle" idx="7"/>
          </p:nvPr>
        </p:nvSpPr>
        <p:spPr>
          <a:xfrm>
            <a:off x="3509000"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3" name="Google Shape;243;p31"/>
          <p:cNvSpPr txBox="1">
            <a:spLocks noGrp="1"/>
          </p:cNvSpPr>
          <p:nvPr>
            <p:ph type="subTitle" idx="8"/>
          </p:nvPr>
        </p:nvSpPr>
        <p:spPr>
          <a:xfrm>
            <a:off x="350902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4" name="Google Shape;244;p31"/>
          <p:cNvSpPr txBox="1">
            <a:spLocks noGrp="1"/>
          </p:cNvSpPr>
          <p:nvPr>
            <p:ph type="subTitle" idx="9"/>
          </p:nvPr>
        </p:nvSpPr>
        <p:spPr>
          <a:xfrm>
            <a:off x="95302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5" name="Google Shape;245;p31"/>
          <p:cNvSpPr txBox="1">
            <a:spLocks noGrp="1"/>
          </p:cNvSpPr>
          <p:nvPr>
            <p:ph type="subTitle" idx="13"/>
          </p:nvPr>
        </p:nvSpPr>
        <p:spPr>
          <a:xfrm>
            <a:off x="95312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6" name="Google Shape;246;p31"/>
          <p:cNvSpPr txBox="1">
            <a:spLocks noGrp="1"/>
          </p:cNvSpPr>
          <p:nvPr>
            <p:ph type="subTitle" idx="14"/>
          </p:nvPr>
        </p:nvSpPr>
        <p:spPr>
          <a:xfrm>
            <a:off x="606487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7" name="Google Shape;247;p31"/>
          <p:cNvSpPr txBox="1">
            <a:spLocks noGrp="1"/>
          </p:cNvSpPr>
          <p:nvPr>
            <p:ph type="subTitle" idx="15"/>
          </p:nvPr>
        </p:nvSpPr>
        <p:spPr>
          <a:xfrm>
            <a:off x="606487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248" name="Google Shape;248;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9" name="Google Shape;249;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50" name="Google Shape;250;p3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51" name="Google Shape;251;p3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Shape 252"/>
        <p:cNvGrpSpPr/>
        <p:nvPr/>
      </p:nvGrpSpPr>
      <p:grpSpPr>
        <a:xfrm>
          <a:off x="0" y="0"/>
          <a:ext cx="0" cy="0"/>
          <a:chOff x="0" y="0"/>
          <a:chExt cx="0" cy="0"/>
        </a:xfrm>
      </p:grpSpPr>
      <p:sp>
        <p:nvSpPr>
          <p:cNvPr id="253" name="Google Shape;253;p32"/>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4" name="Google Shape;254;p32"/>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5" name="Google Shape;255;p32"/>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6" name="Google Shape;256;p32"/>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7" name="Google Shape;257;p32"/>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8" name="Google Shape;258;p32"/>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9" name="Google Shape;259;p32"/>
          <p:cNvSpPr txBox="1">
            <a:spLocks noGrp="1"/>
          </p:cNvSpPr>
          <p:nvPr>
            <p:ph type="subTitle" idx="7"/>
          </p:nvPr>
        </p:nvSpPr>
        <p:spPr>
          <a:xfrm>
            <a:off x="3414050"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0" name="Google Shape;260;p32"/>
          <p:cNvSpPr txBox="1">
            <a:spLocks noGrp="1"/>
          </p:cNvSpPr>
          <p:nvPr>
            <p:ph type="subTitle" idx="8"/>
          </p:nvPr>
        </p:nvSpPr>
        <p:spPr>
          <a:xfrm>
            <a:off x="3564200"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1" name="Google Shape;261;p32"/>
          <p:cNvSpPr txBox="1">
            <a:spLocks noGrp="1"/>
          </p:cNvSpPr>
          <p:nvPr>
            <p:ph type="subTitle" idx="9"/>
          </p:nvPr>
        </p:nvSpPr>
        <p:spPr>
          <a:xfrm>
            <a:off x="705725"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2" name="Google Shape;262;p32"/>
          <p:cNvSpPr txBox="1">
            <a:spLocks noGrp="1"/>
          </p:cNvSpPr>
          <p:nvPr>
            <p:ph type="subTitle" idx="13"/>
          </p:nvPr>
        </p:nvSpPr>
        <p:spPr>
          <a:xfrm>
            <a:off x="855875"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3" name="Google Shape;263;p32"/>
          <p:cNvSpPr txBox="1">
            <a:spLocks noGrp="1"/>
          </p:cNvSpPr>
          <p:nvPr>
            <p:ph type="subTitle" idx="14"/>
          </p:nvPr>
        </p:nvSpPr>
        <p:spPr>
          <a:xfrm>
            <a:off x="6122325"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4" name="Google Shape;264;p32"/>
          <p:cNvSpPr txBox="1">
            <a:spLocks noGrp="1"/>
          </p:cNvSpPr>
          <p:nvPr>
            <p:ph type="subTitle" idx="15"/>
          </p:nvPr>
        </p:nvSpPr>
        <p:spPr>
          <a:xfrm>
            <a:off x="6272475"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5" name="Google Shape;265;p32"/>
          <p:cNvSpPr txBox="1">
            <a:spLocks noGrp="1"/>
          </p:cNvSpPr>
          <p:nvPr>
            <p:ph type="title"/>
          </p:nvPr>
        </p:nvSpPr>
        <p:spPr>
          <a:xfrm>
            <a:off x="713225" y="445025"/>
            <a:ext cx="608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66" name="Google Shape;266;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67" name="Google Shape;267;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Shape 268"/>
        <p:cNvGrpSpPr/>
        <p:nvPr/>
      </p:nvGrpSpPr>
      <p:grpSpPr>
        <a:xfrm>
          <a:off x="0" y="0"/>
          <a:ext cx="0" cy="0"/>
          <a:chOff x="0" y="0"/>
          <a:chExt cx="0" cy="0"/>
        </a:xfrm>
      </p:grpSpPr>
      <p:sp>
        <p:nvSpPr>
          <p:cNvPr id="269" name="Google Shape;269;p33"/>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0" name="Google Shape;270;p33"/>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1" name="Google Shape;271;p33"/>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2" name="Google Shape;272;p33"/>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3" name="Google Shape;273;p33"/>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4" name="Google Shape;274;p33"/>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5" name="Google Shape;275;p33"/>
          <p:cNvSpPr txBox="1">
            <a:spLocks noGrp="1"/>
          </p:cNvSpPr>
          <p:nvPr>
            <p:ph type="subTitle" idx="7"/>
          </p:nvPr>
        </p:nvSpPr>
        <p:spPr>
          <a:xfrm>
            <a:off x="2059863"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6" name="Google Shape;276;p33"/>
          <p:cNvSpPr txBox="1">
            <a:spLocks noGrp="1"/>
          </p:cNvSpPr>
          <p:nvPr>
            <p:ph type="subTitle" idx="8"/>
          </p:nvPr>
        </p:nvSpPr>
        <p:spPr>
          <a:xfrm>
            <a:off x="2210013"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7" name="Google Shape;277;p33"/>
          <p:cNvSpPr txBox="1">
            <a:spLocks noGrp="1"/>
          </p:cNvSpPr>
          <p:nvPr>
            <p:ph type="subTitle" idx="9"/>
          </p:nvPr>
        </p:nvSpPr>
        <p:spPr>
          <a:xfrm>
            <a:off x="4768138"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8" name="Google Shape;278;p33"/>
          <p:cNvSpPr txBox="1">
            <a:spLocks noGrp="1"/>
          </p:cNvSpPr>
          <p:nvPr>
            <p:ph type="subTitle" idx="13"/>
          </p:nvPr>
        </p:nvSpPr>
        <p:spPr>
          <a:xfrm>
            <a:off x="4918288"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9" name="Google Shape;279;p33"/>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80" name="Google Shape;280;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1" name="Google Shape;281;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2" name="Google Shape;282;p3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3" name="Google Shape;283;p3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Shape 284"/>
        <p:cNvGrpSpPr/>
        <p:nvPr/>
      </p:nvGrpSpPr>
      <p:grpSpPr>
        <a:xfrm>
          <a:off x="0" y="0"/>
          <a:ext cx="0" cy="0"/>
          <a:chOff x="0" y="0"/>
          <a:chExt cx="0" cy="0"/>
        </a:xfrm>
      </p:grpSpPr>
      <p:sp>
        <p:nvSpPr>
          <p:cNvPr id="285" name="Google Shape;285;p34"/>
          <p:cNvSpPr txBox="1">
            <a:spLocks noGrp="1"/>
          </p:cNvSpPr>
          <p:nvPr>
            <p:ph type="title"/>
          </p:nvPr>
        </p:nvSpPr>
        <p:spPr>
          <a:xfrm>
            <a:off x="716225" y="1073000"/>
            <a:ext cx="5640600" cy="28566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286" name="Google Shape;286;p3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7" name="Google Shape;287;p3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8" name="Google Shape;288;p3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9" name="Google Shape;289;p3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0" name="Google Shape;290;p3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1" name="Google Shape;291;p3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Shape 292"/>
        <p:cNvGrpSpPr/>
        <p:nvPr/>
      </p:nvGrpSpPr>
      <p:grpSpPr>
        <a:xfrm>
          <a:off x="0" y="0"/>
          <a:ext cx="0" cy="0"/>
          <a:chOff x="0" y="0"/>
          <a:chExt cx="0" cy="0"/>
        </a:xfrm>
      </p:grpSpPr>
      <p:sp>
        <p:nvSpPr>
          <p:cNvPr id="293" name="Google Shape;293;p35"/>
          <p:cNvSpPr txBox="1">
            <a:spLocks noGrp="1"/>
          </p:cNvSpPr>
          <p:nvPr>
            <p:ph type="subTitle" idx="1"/>
          </p:nvPr>
        </p:nvSpPr>
        <p:spPr>
          <a:xfrm>
            <a:off x="4916850" y="1894200"/>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4" name="Google Shape;294;p35"/>
          <p:cNvSpPr txBox="1">
            <a:spLocks noGrp="1"/>
          </p:cNvSpPr>
          <p:nvPr>
            <p:ph type="subTitle" idx="2"/>
          </p:nvPr>
        </p:nvSpPr>
        <p:spPr>
          <a:xfrm>
            <a:off x="5058900" y="229647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5" name="Google Shape;295;p35"/>
          <p:cNvSpPr txBox="1">
            <a:spLocks noGrp="1"/>
          </p:cNvSpPr>
          <p:nvPr>
            <p:ph type="subTitle" idx="3"/>
          </p:nvPr>
        </p:nvSpPr>
        <p:spPr>
          <a:xfrm>
            <a:off x="1911150" y="1894200"/>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6" name="Google Shape;296;p35"/>
          <p:cNvSpPr txBox="1">
            <a:spLocks noGrp="1"/>
          </p:cNvSpPr>
          <p:nvPr>
            <p:ph type="subTitle" idx="4"/>
          </p:nvPr>
        </p:nvSpPr>
        <p:spPr>
          <a:xfrm>
            <a:off x="2053300" y="229647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7" name="Google Shape;297;p35"/>
          <p:cNvSpPr txBox="1">
            <a:spLocks noGrp="1"/>
          </p:cNvSpPr>
          <p:nvPr>
            <p:ph type="subTitle" idx="5"/>
          </p:nvPr>
        </p:nvSpPr>
        <p:spPr>
          <a:xfrm>
            <a:off x="4916850" y="3528902"/>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8" name="Google Shape;298;p35"/>
          <p:cNvSpPr txBox="1">
            <a:spLocks noGrp="1"/>
          </p:cNvSpPr>
          <p:nvPr>
            <p:ph type="subTitle" idx="6"/>
          </p:nvPr>
        </p:nvSpPr>
        <p:spPr>
          <a:xfrm>
            <a:off x="5058900" y="392373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9" name="Google Shape;299;p35"/>
          <p:cNvSpPr txBox="1">
            <a:spLocks noGrp="1"/>
          </p:cNvSpPr>
          <p:nvPr>
            <p:ph type="subTitle" idx="7"/>
          </p:nvPr>
        </p:nvSpPr>
        <p:spPr>
          <a:xfrm>
            <a:off x="1911150" y="3528902"/>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0" name="Google Shape;300;p35"/>
          <p:cNvSpPr txBox="1">
            <a:spLocks noGrp="1"/>
          </p:cNvSpPr>
          <p:nvPr>
            <p:ph type="subTitle" idx="8"/>
          </p:nvPr>
        </p:nvSpPr>
        <p:spPr>
          <a:xfrm>
            <a:off x="2053200" y="392373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1" name="Google Shape;301;p35"/>
          <p:cNvSpPr txBox="1">
            <a:spLocks noGrp="1"/>
          </p:cNvSpPr>
          <p:nvPr>
            <p:ph type="title"/>
          </p:nvPr>
        </p:nvSpPr>
        <p:spPr>
          <a:xfrm>
            <a:off x="713225" y="445025"/>
            <a:ext cx="648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02" name="Google Shape;302;p3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03" name="Google Shape;303;p3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Shape 304"/>
        <p:cNvGrpSpPr/>
        <p:nvPr/>
      </p:nvGrpSpPr>
      <p:grpSpPr>
        <a:xfrm>
          <a:off x="0" y="0"/>
          <a:ext cx="0" cy="0"/>
          <a:chOff x="0" y="0"/>
          <a:chExt cx="0" cy="0"/>
        </a:xfrm>
      </p:grpSpPr>
      <p:sp>
        <p:nvSpPr>
          <p:cNvPr id="305" name="Google Shape;305;p36"/>
          <p:cNvSpPr txBox="1">
            <a:spLocks noGrp="1"/>
          </p:cNvSpPr>
          <p:nvPr>
            <p:ph type="subTitle" idx="1"/>
          </p:nvPr>
        </p:nvSpPr>
        <p:spPr>
          <a:xfrm>
            <a:off x="3571925"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6" name="Google Shape;306;p36"/>
          <p:cNvSpPr txBox="1">
            <a:spLocks noGrp="1"/>
          </p:cNvSpPr>
          <p:nvPr>
            <p:ph type="subTitle" idx="2"/>
          </p:nvPr>
        </p:nvSpPr>
        <p:spPr>
          <a:xfrm>
            <a:off x="3571925"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7" name="Google Shape;307;p36"/>
          <p:cNvSpPr txBox="1">
            <a:spLocks noGrp="1"/>
          </p:cNvSpPr>
          <p:nvPr>
            <p:ph type="subTitle" idx="3"/>
          </p:nvPr>
        </p:nvSpPr>
        <p:spPr>
          <a:xfrm>
            <a:off x="1088400"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8" name="Google Shape;308;p36"/>
          <p:cNvSpPr txBox="1">
            <a:spLocks noGrp="1"/>
          </p:cNvSpPr>
          <p:nvPr>
            <p:ph type="subTitle" idx="4"/>
          </p:nvPr>
        </p:nvSpPr>
        <p:spPr>
          <a:xfrm>
            <a:off x="1088400"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9" name="Google Shape;309;p36"/>
          <p:cNvSpPr txBox="1">
            <a:spLocks noGrp="1"/>
          </p:cNvSpPr>
          <p:nvPr>
            <p:ph type="subTitle" idx="5"/>
          </p:nvPr>
        </p:nvSpPr>
        <p:spPr>
          <a:xfrm>
            <a:off x="6055450"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10" name="Google Shape;310;p36"/>
          <p:cNvSpPr txBox="1">
            <a:spLocks noGrp="1"/>
          </p:cNvSpPr>
          <p:nvPr>
            <p:ph type="subTitle" idx="6"/>
          </p:nvPr>
        </p:nvSpPr>
        <p:spPr>
          <a:xfrm>
            <a:off x="6055450"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1" name="Google Shape;311;p36"/>
          <p:cNvSpPr txBox="1">
            <a:spLocks noGrp="1"/>
          </p:cNvSpPr>
          <p:nvPr>
            <p:ph type="title"/>
          </p:nvPr>
        </p:nvSpPr>
        <p:spPr>
          <a:xfrm>
            <a:off x="713225" y="445025"/>
            <a:ext cx="5517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12" name="Google Shape;312;p3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3" name="Google Shape;313;p3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4" name="Google Shape;314;p36"/>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7" name="Google Shape;317;p3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8" name="Google Shape;318;p3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19" name="Google Shape;319;p3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0" name="Google Shape;320;p3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1" name="Google Shape;321;p3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22" name="Google Shape;322;p37"/>
          <p:cNvSpPr txBox="1">
            <a:spLocks noGrp="1"/>
          </p:cNvSpPr>
          <p:nvPr>
            <p:ph type="title"/>
          </p:nvPr>
        </p:nvSpPr>
        <p:spPr>
          <a:xfrm>
            <a:off x="2780100" y="445025"/>
            <a:ext cx="358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3" name="Google Shape;323;p37"/>
          <p:cNvSpPr txBox="1">
            <a:spLocks noGrp="1"/>
          </p:cNvSpPr>
          <p:nvPr>
            <p:ph type="subTitle" idx="1"/>
          </p:nvPr>
        </p:nvSpPr>
        <p:spPr>
          <a:xfrm>
            <a:off x="5306650" y="1710190"/>
            <a:ext cx="2486100" cy="4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4" name="Google Shape;324;p37"/>
          <p:cNvSpPr txBox="1">
            <a:spLocks noGrp="1"/>
          </p:cNvSpPr>
          <p:nvPr>
            <p:ph type="subTitle" idx="2"/>
          </p:nvPr>
        </p:nvSpPr>
        <p:spPr>
          <a:xfrm>
            <a:off x="5306650" y="211121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5" name="Google Shape;325;p37"/>
          <p:cNvSpPr txBox="1">
            <a:spLocks noGrp="1"/>
          </p:cNvSpPr>
          <p:nvPr>
            <p:ph type="subTitle" idx="3"/>
          </p:nvPr>
        </p:nvSpPr>
        <p:spPr>
          <a:xfrm>
            <a:off x="1351250" y="1710190"/>
            <a:ext cx="2486100" cy="4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6" name="Google Shape;326;p37"/>
          <p:cNvSpPr txBox="1">
            <a:spLocks noGrp="1"/>
          </p:cNvSpPr>
          <p:nvPr>
            <p:ph type="subTitle" idx="4"/>
          </p:nvPr>
        </p:nvSpPr>
        <p:spPr>
          <a:xfrm>
            <a:off x="1351250" y="211121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7" name="Google Shape;327;p37"/>
          <p:cNvSpPr txBox="1">
            <a:spLocks noGrp="1"/>
          </p:cNvSpPr>
          <p:nvPr>
            <p:ph type="subTitle" idx="5"/>
          </p:nvPr>
        </p:nvSpPr>
        <p:spPr>
          <a:xfrm>
            <a:off x="5306650" y="3552118"/>
            <a:ext cx="24861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8" name="Google Shape;328;p37"/>
          <p:cNvSpPr txBox="1">
            <a:spLocks noGrp="1"/>
          </p:cNvSpPr>
          <p:nvPr>
            <p:ph type="subTitle" idx="6"/>
          </p:nvPr>
        </p:nvSpPr>
        <p:spPr>
          <a:xfrm>
            <a:off x="5306650" y="394648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9" name="Google Shape;329;p37"/>
          <p:cNvSpPr txBox="1">
            <a:spLocks noGrp="1"/>
          </p:cNvSpPr>
          <p:nvPr>
            <p:ph type="subTitle" idx="7"/>
          </p:nvPr>
        </p:nvSpPr>
        <p:spPr>
          <a:xfrm>
            <a:off x="1351250" y="3552118"/>
            <a:ext cx="24861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30" name="Google Shape;330;p37"/>
          <p:cNvSpPr txBox="1">
            <a:spLocks noGrp="1"/>
          </p:cNvSpPr>
          <p:nvPr>
            <p:ph type="subTitle" idx="8"/>
          </p:nvPr>
        </p:nvSpPr>
        <p:spPr>
          <a:xfrm>
            <a:off x="1351300" y="394648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1" name="Google Shape;331;p37"/>
          <p:cNvSpPr txBox="1">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2" name="Google Shape;332;p37"/>
          <p:cNvSpPr txBox="1">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3" name="Google Shape;333;p37"/>
          <p:cNvSpPr txBox="1">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4" name="Google Shape;334;p37"/>
          <p:cNvSpPr txBox="1">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Shape 335"/>
        <p:cNvGrpSpPr/>
        <p:nvPr/>
      </p:nvGrpSpPr>
      <p:grpSpPr>
        <a:xfrm>
          <a:off x="0" y="0"/>
          <a:ext cx="0" cy="0"/>
          <a:chOff x="0" y="0"/>
          <a:chExt cx="0" cy="0"/>
        </a:xfrm>
      </p:grpSpPr>
      <p:sp>
        <p:nvSpPr>
          <p:cNvPr id="336" name="Google Shape;336;p38"/>
          <p:cNvSpPr txBox="1">
            <a:spLocks noGrp="1"/>
          </p:cNvSpPr>
          <p:nvPr>
            <p:ph type="subTitle" idx="1"/>
          </p:nvPr>
        </p:nvSpPr>
        <p:spPr>
          <a:xfrm>
            <a:off x="3718325" y="3294199"/>
            <a:ext cx="16428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37" name="Google Shape;337;p38"/>
          <p:cNvSpPr txBox="1">
            <a:spLocks noGrp="1"/>
          </p:cNvSpPr>
          <p:nvPr>
            <p:ph type="subTitle" idx="2"/>
          </p:nvPr>
        </p:nvSpPr>
        <p:spPr>
          <a:xfrm>
            <a:off x="3617675"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38" name="Google Shape;338;p38"/>
          <p:cNvSpPr txBox="1">
            <a:spLocks noGrp="1"/>
          </p:cNvSpPr>
          <p:nvPr>
            <p:ph type="subTitle" idx="3"/>
          </p:nvPr>
        </p:nvSpPr>
        <p:spPr>
          <a:xfrm>
            <a:off x="1328025" y="3294199"/>
            <a:ext cx="16428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39" name="Google Shape;339;p38"/>
          <p:cNvSpPr txBox="1">
            <a:spLocks noGrp="1"/>
          </p:cNvSpPr>
          <p:nvPr>
            <p:ph type="subTitle" idx="4"/>
          </p:nvPr>
        </p:nvSpPr>
        <p:spPr>
          <a:xfrm>
            <a:off x="1227426"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0" name="Google Shape;340;p38"/>
          <p:cNvSpPr txBox="1">
            <a:spLocks noGrp="1"/>
          </p:cNvSpPr>
          <p:nvPr>
            <p:ph type="subTitle" idx="5"/>
          </p:nvPr>
        </p:nvSpPr>
        <p:spPr>
          <a:xfrm>
            <a:off x="6108550" y="3294199"/>
            <a:ext cx="16431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1" name="Google Shape;341;p38"/>
          <p:cNvSpPr txBox="1">
            <a:spLocks noGrp="1"/>
          </p:cNvSpPr>
          <p:nvPr>
            <p:ph type="subTitle" idx="6"/>
          </p:nvPr>
        </p:nvSpPr>
        <p:spPr>
          <a:xfrm>
            <a:off x="6008050"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2" name="Google Shape;342;p38"/>
          <p:cNvSpPr txBox="1">
            <a:spLocks noGrp="1"/>
          </p:cNvSpPr>
          <p:nvPr>
            <p:ph type="title"/>
          </p:nvPr>
        </p:nvSpPr>
        <p:spPr>
          <a:xfrm>
            <a:off x="713225" y="445025"/>
            <a:ext cx="3188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43" name="Google Shape;343;p3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44" name="Google Shape;344;p3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Shape 345"/>
        <p:cNvGrpSpPr/>
        <p:nvPr/>
      </p:nvGrpSpPr>
      <p:grpSpPr>
        <a:xfrm>
          <a:off x="0" y="0"/>
          <a:ext cx="0" cy="0"/>
          <a:chOff x="0" y="0"/>
          <a:chExt cx="0" cy="0"/>
        </a:xfrm>
      </p:grpSpPr>
      <p:sp>
        <p:nvSpPr>
          <p:cNvPr id="346" name="Google Shape;346;p39"/>
          <p:cNvSpPr txBox="1">
            <a:spLocks noGrp="1"/>
          </p:cNvSpPr>
          <p:nvPr>
            <p:ph type="subTitle" idx="1"/>
          </p:nvPr>
        </p:nvSpPr>
        <p:spPr>
          <a:xfrm>
            <a:off x="4750175" y="1632746"/>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7" name="Google Shape;347;p39"/>
          <p:cNvSpPr txBox="1">
            <a:spLocks noGrp="1"/>
          </p:cNvSpPr>
          <p:nvPr>
            <p:ph type="subTitle" idx="2"/>
          </p:nvPr>
        </p:nvSpPr>
        <p:spPr>
          <a:xfrm>
            <a:off x="4750184" y="2035022"/>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48" name="Google Shape;348;p39"/>
          <p:cNvSpPr txBox="1">
            <a:spLocks noGrp="1"/>
          </p:cNvSpPr>
          <p:nvPr>
            <p:ph type="subTitle" idx="3"/>
          </p:nvPr>
        </p:nvSpPr>
        <p:spPr>
          <a:xfrm>
            <a:off x="2306450" y="1632746"/>
            <a:ext cx="20148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9" name="Google Shape;349;p39"/>
          <p:cNvSpPr txBox="1">
            <a:spLocks noGrp="1"/>
          </p:cNvSpPr>
          <p:nvPr>
            <p:ph type="subTitle" idx="4"/>
          </p:nvPr>
        </p:nvSpPr>
        <p:spPr>
          <a:xfrm>
            <a:off x="2306462" y="2035022"/>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0" name="Google Shape;350;p39"/>
          <p:cNvSpPr txBox="1">
            <a:spLocks noGrp="1"/>
          </p:cNvSpPr>
          <p:nvPr>
            <p:ph type="subTitle" idx="5"/>
          </p:nvPr>
        </p:nvSpPr>
        <p:spPr>
          <a:xfrm>
            <a:off x="4750175" y="3062273"/>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1" name="Google Shape;351;p39"/>
          <p:cNvSpPr txBox="1">
            <a:spLocks noGrp="1"/>
          </p:cNvSpPr>
          <p:nvPr>
            <p:ph type="subTitle" idx="6"/>
          </p:nvPr>
        </p:nvSpPr>
        <p:spPr>
          <a:xfrm>
            <a:off x="4750184" y="3471047"/>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2" name="Google Shape;352;p39"/>
          <p:cNvSpPr txBox="1">
            <a:spLocks noGrp="1"/>
          </p:cNvSpPr>
          <p:nvPr>
            <p:ph type="subTitle" idx="7"/>
          </p:nvPr>
        </p:nvSpPr>
        <p:spPr>
          <a:xfrm>
            <a:off x="2306450" y="3062273"/>
            <a:ext cx="20148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3" name="Google Shape;353;p39"/>
          <p:cNvSpPr txBox="1">
            <a:spLocks noGrp="1"/>
          </p:cNvSpPr>
          <p:nvPr>
            <p:ph type="subTitle" idx="8"/>
          </p:nvPr>
        </p:nvSpPr>
        <p:spPr>
          <a:xfrm>
            <a:off x="2306462" y="3471047"/>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4" name="Google Shape;354;p39"/>
          <p:cNvSpPr txBox="1">
            <a:spLocks noGrp="1"/>
          </p:cNvSpPr>
          <p:nvPr>
            <p:ph type="title"/>
          </p:nvPr>
        </p:nvSpPr>
        <p:spPr>
          <a:xfrm>
            <a:off x="713225" y="445025"/>
            <a:ext cx="2785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55" name="Google Shape;355;p3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6" name="Google Shape;356;p3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9" name="Google Shape;359;p4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0" name="Google Shape;360;p4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1" name="Google Shape;361;p4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2" name="Google Shape;362;p4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3" name="Google Shape;363;p4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64" name="Google Shape;364;p40"/>
          <p:cNvSpPr txBox="1">
            <a:spLocks noGrp="1"/>
          </p:cNvSpPr>
          <p:nvPr>
            <p:ph type="subTitle" idx="1"/>
          </p:nvPr>
        </p:nvSpPr>
        <p:spPr>
          <a:xfrm>
            <a:off x="728750" y="1112872"/>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65" name="Google Shape;365;p40"/>
          <p:cNvSpPr txBox="1">
            <a:spLocks noGrp="1"/>
          </p:cNvSpPr>
          <p:nvPr>
            <p:ph type="subTitle" idx="2"/>
          </p:nvPr>
        </p:nvSpPr>
        <p:spPr>
          <a:xfrm>
            <a:off x="728762" y="1515149"/>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6" name="Google Shape;366;p40"/>
          <p:cNvSpPr txBox="1">
            <a:spLocks noGrp="1"/>
          </p:cNvSpPr>
          <p:nvPr>
            <p:ph type="subTitle" idx="3"/>
          </p:nvPr>
        </p:nvSpPr>
        <p:spPr>
          <a:xfrm>
            <a:off x="728750" y="2036386"/>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67" name="Google Shape;367;p40"/>
          <p:cNvSpPr txBox="1">
            <a:spLocks noGrp="1"/>
          </p:cNvSpPr>
          <p:nvPr>
            <p:ph type="subTitle" idx="4"/>
          </p:nvPr>
        </p:nvSpPr>
        <p:spPr>
          <a:xfrm>
            <a:off x="728762" y="2445160"/>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8" name="Google Shape;368;p40"/>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369" name="Google Shape;369;p40"/>
          <p:cNvSpPr txBox="1">
            <a:spLocks noGrp="1"/>
          </p:cNvSpPr>
          <p:nvPr>
            <p:ph type="subTitle" idx="5"/>
          </p:nvPr>
        </p:nvSpPr>
        <p:spPr>
          <a:xfrm>
            <a:off x="728750" y="2997225"/>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70" name="Google Shape;370;p40"/>
          <p:cNvSpPr txBox="1">
            <a:spLocks noGrp="1"/>
          </p:cNvSpPr>
          <p:nvPr>
            <p:ph type="subTitle" idx="6"/>
          </p:nvPr>
        </p:nvSpPr>
        <p:spPr>
          <a:xfrm>
            <a:off x="728762" y="3405999"/>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Shape 371"/>
        <p:cNvGrpSpPr/>
        <p:nvPr/>
      </p:nvGrpSpPr>
      <p:grpSpPr>
        <a:xfrm>
          <a:off x="0" y="0"/>
          <a:ext cx="0" cy="0"/>
          <a:chOff x="0" y="0"/>
          <a:chExt cx="0" cy="0"/>
        </a:xfrm>
      </p:grpSpPr>
      <p:sp>
        <p:nvSpPr>
          <p:cNvPr id="372" name="Google Shape;372;p41"/>
          <p:cNvSpPr txBox="1">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3" name="Google Shape;373;p41"/>
          <p:cNvSpPr txBox="1">
            <a:spLocks noGrp="1"/>
          </p:cNvSpPr>
          <p:nvPr>
            <p:ph type="subTitle" idx="1"/>
          </p:nvPr>
        </p:nvSpPr>
        <p:spPr>
          <a:xfrm>
            <a:off x="2364984" y="134640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4" name="Google Shape;374;p41"/>
          <p:cNvSpPr txBox="1">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5" name="Google Shape;375;p41"/>
          <p:cNvSpPr txBox="1">
            <a:spLocks noGrp="1"/>
          </p:cNvSpPr>
          <p:nvPr>
            <p:ph type="subTitle" idx="3"/>
          </p:nvPr>
        </p:nvSpPr>
        <p:spPr>
          <a:xfrm>
            <a:off x="2364984" y="2694825"/>
            <a:ext cx="4414200" cy="37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6" name="Google Shape;376;p41"/>
          <p:cNvSpPr txBox="1">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7" name="Google Shape;377;p41"/>
          <p:cNvSpPr txBox="1">
            <a:spLocks noGrp="1"/>
          </p:cNvSpPr>
          <p:nvPr>
            <p:ph type="subTitle" idx="5"/>
          </p:nvPr>
        </p:nvSpPr>
        <p:spPr>
          <a:xfrm>
            <a:off x="2364950" y="404325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78" name="Google Shape;378;p4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9" name="Google Shape;379;p4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Shape 380"/>
        <p:cNvGrpSpPr/>
        <p:nvPr/>
      </p:nvGrpSpPr>
      <p:grpSpPr>
        <a:xfrm>
          <a:off x="0" y="0"/>
          <a:ext cx="0" cy="0"/>
          <a:chOff x="0" y="0"/>
          <a:chExt cx="0" cy="0"/>
        </a:xfrm>
      </p:grpSpPr>
      <p:sp>
        <p:nvSpPr>
          <p:cNvPr id="381" name="Google Shape;381;p42"/>
          <p:cNvSpPr txBox="1">
            <a:spLocks noGrp="1"/>
          </p:cNvSpPr>
          <p:nvPr>
            <p:ph type="subTitle" idx="1"/>
          </p:nvPr>
        </p:nvSpPr>
        <p:spPr>
          <a:xfrm>
            <a:off x="5700609" y="2084269"/>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2" name="Google Shape;382;p42"/>
          <p:cNvSpPr txBox="1">
            <a:spLocks noGrp="1"/>
          </p:cNvSpPr>
          <p:nvPr>
            <p:ph type="subTitle" idx="2"/>
          </p:nvPr>
        </p:nvSpPr>
        <p:spPr>
          <a:xfrm>
            <a:off x="5700621" y="2486544"/>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3" name="Google Shape;383;p42"/>
          <p:cNvSpPr txBox="1">
            <a:spLocks noGrp="1"/>
          </p:cNvSpPr>
          <p:nvPr>
            <p:ph type="subTitle" idx="3"/>
          </p:nvPr>
        </p:nvSpPr>
        <p:spPr>
          <a:xfrm>
            <a:off x="1973988" y="902134"/>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4" name="Google Shape;384;p42"/>
          <p:cNvSpPr txBox="1">
            <a:spLocks noGrp="1"/>
          </p:cNvSpPr>
          <p:nvPr>
            <p:ph type="subTitle" idx="4"/>
          </p:nvPr>
        </p:nvSpPr>
        <p:spPr>
          <a:xfrm>
            <a:off x="1973988" y="1304410"/>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5" name="Google Shape;385;p42"/>
          <p:cNvSpPr txBox="1">
            <a:spLocks noGrp="1"/>
          </p:cNvSpPr>
          <p:nvPr>
            <p:ph type="subTitle" idx="5"/>
          </p:nvPr>
        </p:nvSpPr>
        <p:spPr>
          <a:xfrm>
            <a:off x="1973988" y="3290875"/>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6" name="Google Shape;386;p42"/>
          <p:cNvSpPr txBox="1">
            <a:spLocks noGrp="1"/>
          </p:cNvSpPr>
          <p:nvPr>
            <p:ph type="subTitle" idx="6"/>
          </p:nvPr>
        </p:nvSpPr>
        <p:spPr>
          <a:xfrm>
            <a:off x="1973988" y="3699649"/>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87" name="Google Shape;387;p4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88" name="Google Shape;388;p4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89" name="Google Shape;389;p4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0" name="Google Shape;390;p4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1" name="Google Shape;391;p4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92" name="Google Shape;392;p42"/>
          <p:cNvSpPr txBox="1">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3" name="Google Shape;393;p42"/>
          <p:cNvSpPr txBox="1">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4" name="Google Shape;394;p42"/>
          <p:cNvSpPr txBox="1">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395"/>
        <p:cNvGrpSpPr/>
        <p:nvPr/>
      </p:nvGrpSpPr>
      <p:grpSpPr>
        <a:xfrm>
          <a:off x="0" y="0"/>
          <a:ext cx="0" cy="0"/>
          <a:chOff x="0" y="0"/>
          <a:chExt cx="0" cy="0"/>
        </a:xfrm>
      </p:grpSpPr>
      <p:sp>
        <p:nvSpPr>
          <p:cNvPr id="396" name="Google Shape;396;p43"/>
          <p:cNvSpPr txBox="1">
            <a:spLocks noGrp="1"/>
          </p:cNvSpPr>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43"/>
          <p:cNvSpPr txBox="1">
            <a:spLocks noGrp="1"/>
          </p:cNvSpPr>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398" name="Google Shape;398;p4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99" name="Google Shape;399;p4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Shape 400"/>
        <p:cNvGrpSpPr/>
        <p:nvPr/>
      </p:nvGrpSpPr>
      <p:grpSpPr>
        <a:xfrm>
          <a:off x="0" y="0"/>
          <a:ext cx="0" cy="0"/>
          <a:chOff x="0" y="0"/>
          <a:chExt cx="0" cy="0"/>
        </a:xfrm>
      </p:grpSpPr>
      <p:sp>
        <p:nvSpPr>
          <p:cNvPr id="401" name="Google Shape;401;p44"/>
          <p:cNvSpPr txBox="1">
            <a:spLocks noGrp="1"/>
          </p:cNvSpPr>
          <p:nvPr>
            <p:ph type="title"/>
          </p:nvPr>
        </p:nvSpPr>
        <p:spPr>
          <a:xfrm>
            <a:off x="4490150" y="2047725"/>
            <a:ext cx="3364200" cy="628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402" name="Google Shape;402;p44"/>
          <p:cNvSpPr txBox="1">
            <a:spLocks noGrp="1"/>
          </p:cNvSpPr>
          <p:nvPr>
            <p:ph type="subTitle" idx="1"/>
          </p:nvPr>
        </p:nvSpPr>
        <p:spPr>
          <a:xfrm>
            <a:off x="4855550" y="2694825"/>
            <a:ext cx="2998800" cy="558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a:endParaRPr/>
          </a:p>
        </p:txBody>
      </p:sp>
      <p:cxnSp>
        <p:nvCxnSpPr>
          <p:cNvPr id="403" name="Google Shape;403;p4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4" name="Google Shape;404;p4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Shape 405"/>
        <p:cNvGrpSpPr/>
        <p:nvPr/>
      </p:nvGrpSpPr>
      <p:grpSpPr>
        <a:xfrm>
          <a:off x="0" y="0"/>
          <a:ext cx="0" cy="0"/>
          <a:chOff x="0" y="0"/>
          <a:chExt cx="0" cy="0"/>
        </a:xfrm>
      </p:grpSpPr>
      <p:sp>
        <p:nvSpPr>
          <p:cNvPr id="406" name="Google Shape;406;p45"/>
          <p:cNvSpPr txBox="1">
            <a:spLocks noGrp="1"/>
          </p:cNvSpPr>
          <p:nvPr>
            <p:ph type="subTitle" idx="1"/>
          </p:nvPr>
        </p:nvSpPr>
        <p:spPr>
          <a:xfrm>
            <a:off x="4166800" y="1453525"/>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407" name="Google Shape;407;p45"/>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08" name="Google Shape;408;p4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9" name="Google Shape;409;p4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0" name="Google Shape;410;p45"/>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3" name="Google Shape;413;p4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4" name="Google Shape;414;p4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5" name="Google Shape;415;p4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6" name="Google Shape;416;p4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7" name="Google Shape;417;p4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18" name="Google Shape;418;p46"/>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19" name="Google Shape;419;p46"/>
          <p:cNvSpPr txBox="1">
            <a:spLocks noGrp="1"/>
          </p:cNvSpPr>
          <p:nvPr>
            <p:ph type="subTitle" idx="1"/>
          </p:nvPr>
        </p:nvSpPr>
        <p:spPr>
          <a:xfrm>
            <a:off x="4525188"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20" name="Google Shape;420;p46"/>
          <p:cNvSpPr txBox="1">
            <a:spLocks noGrp="1"/>
          </p:cNvSpPr>
          <p:nvPr>
            <p:ph type="subTitle" idx="2"/>
          </p:nvPr>
        </p:nvSpPr>
        <p:spPr>
          <a:xfrm>
            <a:off x="661213"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Shape 421"/>
        <p:cNvGrpSpPr/>
        <p:nvPr/>
      </p:nvGrpSpPr>
      <p:grpSpPr>
        <a:xfrm>
          <a:off x="0" y="0"/>
          <a:ext cx="0" cy="0"/>
          <a:chOff x="0" y="0"/>
          <a:chExt cx="0" cy="0"/>
        </a:xfrm>
      </p:grpSpPr>
      <p:sp>
        <p:nvSpPr>
          <p:cNvPr id="422" name="Google Shape;422;p47"/>
          <p:cNvSpPr txBox="1">
            <a:spLocks noGrp="1"/>
          </p:cNvSpPr>
          <p:nvPr>
            <p:ph type="subTitle" idx="1"/>
          </p:nvPr>
        </p:nvSpPr>
        <p:spPr>
          <a:xfrm>
            <a:off x="4816075"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3" name="Google Shape;423;p47"/>
          <p:cNvSpPr txBox="1">
            <a:spLocks noGrp="1"/>
          </p:cNvSpPr>
          <p:nvPr>
            <p:ph type="subTitle" idx="2"/>
          </p:nvPr>
        </p:nvSpPr>
        <p:spPr>
          <a:xfrm>
            <a:off x="4816200"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4" name="Google Shape;424;p47"/>
          <p:cNvSpPr txBox="1">
            <a:spLocks noGrp="1"/>
          </p:cNvSpPr>
          <p:nvPr>
            <p:ph type="subTitle" idx="3"/>
          </p:nvPr>
        </p:nvSpPr>
        <p:spPr>
          <a:xfrm>
            <a:off x="1385829"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5" name="Google Shape;425;p47"/>
          <p:cNvSpPr txBox="1">
            <a:spLocks noGrp="1"/>
          </p:cNvSpPr>
          <p:nvPr>
            <p:ph type="subTitle" idx="4"/>
          </p:nvPr>
        </p:nvSpPr>
        <p:spPr>
          <a:xfrm>
            <a:off x="1386025"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6" name="Google Shape;426;p47"/>
          <p:cNvSpPr txBox="1">
            <a:spLocks noGrp="1"/>
          </p:cNvSpPr>
          <p:nvPr>
            <p:ph type="title"/>
          </p:nvPr>
        </p:nvSpPr>
        <p:spPr>
          <a:xfrm>
            <a:off x="713225" y="445025"/>
            <a:ext cx="2729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27" name="Google Shape;427;p4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28" name="Google Shape;428;p4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Shape 429"/>
        <p:cNvGrpSpPr/>
        <p:nvPr/>
      </p:nvGrpSpPr>
      <p:grpSpPr>
        <a:xfrm>
          <a:off x="0" y="0"/>
          <a:ext cx="0" cy="0"/>
          <a:chOff x="0" y="0"/>
          <a:chExt cx="0" cy="0"/>
        </a:xfrm>
      </p:grpSpPr>
      <p:sp>
        <p:nvSpPr>
          <p:cNvPr id="430" name="Google Shape;430;p48"/>
          <p:cNvSpPr txBox="1">
            <a:spLocks noGrp="1"/>
          </p:cNvSpPr>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31" name="Google Shape;431;p48"/>
          <p:cNvSpPr txBox="1">
            <a:spLocks noGrp="1"/>
          </p:cNvSpPr>
          <p:nvPr>
            <p:ph type="subTitle" idx="1"/>
          </p:nvPr>
        </p:nvSpPr>
        <p:spPr>
          <a:xfrm>
            <a:off x="3509000"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2" name="Google Shape;432;p48"/>
          <p:cNvSpPr txBox="1">
            <a:spLocks noGrp="1"/>
          </p:cNvSpPr>
          <p:nvPr>
            <p:ph type="subTitle" idx="2"/>
          </p:nvPr>
        </p:nvSpPr>
        <p:spPr>
          <a:xfrm>
            <a:off x="3509025" y="3814950"/>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3" name="Google Shape;433;p48"/>
          <p:cNvSpPr txBox="1">
            <a:spLocks noGrp="1"/>
          </p:cNvSpPr>
          <p:nvPr>
            <p:ph type="subTitle" idx="3"/>
          </p:nvPr>
        </p:nvSpPr>
        <p:spPr>
          <a:xfrm>
            <a:off x="95302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4" name="Google Shape;434;p48"/>
          <p:cNvSpPr txBox="1">
            <a:spLocks noGrp="1"/>
          </p:cNvSpPr>
          <p:nvPr>
            <p:ph type="subTitle" idx="4"/>
          </p:nvPr>
        </p:nvSpPr>
        <p:spPr>
          <a:xfrm>
            <a:off x="953125" y="3814951"/>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5" name="Google Shape;435;p48"/>
          <p:cNvSpPr txBox="1">
            <a:spLocks noGrp="1"/>
          </p:cNvSpPr>
          <p:nvPr>
            <p:ph type="subTitle" idx="5"/>
          </p:nvPr>
        </p:nvSpPr>
        <p:spPr>
          <a:xfrm>
            <a:off x="606487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6" name="Google Shape;436;p48"/>
          <p:cNvSpPr txBox="1">
            <a:spLocks noGrp="1"/>
          </p:cNvSpPr>
          <p:nvPr>
            <p:ph type="subTitle" idx="6"/>
          </p:nvPr>
        </p:nvSpPr>
        <p:spPr>
          <a:xfrm>
            <a:off x="6064875" y="3814950"/>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437" name="Google Shape;437;p4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8" name="Google Shape;438;p4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9" name="Google Shape;439;p4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0" name="Google Shape;440;p4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441"/>
        <p:cNvGrpSpPr/>
        <p:nvPr/>
      </p:nvGrpSpPr>
      <p:grpSpPr>
        <a:xfrm>
          <a:off x="0" y="0"/>
          <a:ext cx="0" cy="0"/>
          <a:chOff x="0" y="0"/>
          <a:chExt cx="0" cy="0"/>
        </a:xfrm>
      </p:grpSpPr>
      <p:sp>
        <p:nvSpPr>
          <p:cNvPr id="442" name="Google Shape;442;p49"/>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43" name="Google Shape;443;p49"/>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4" name="Google Shape;444;p49"/>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lang="en" sz="11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dk2"/>
                </a:solidFill>
                <a:latin typeface="Montserrat"/>
                <a:ea typeface="Montserrat"/>
                <a:cs typeface="Montserrat"/>
                <a:sym typeface="Montserrat"/>
              </a:rPr>
              <a:t>, including icons by </a:t>
            </a:r>
            <a:r>
              <a:rPr lang="en" sz="11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dk2"/>
                </a:solidFill>
                <a:latin typeface="Montserrat"/>
                <a:ea typeface="Montserrat"/>
                <a:cs typeface="Montserrat"/>
                <a:sym typeface="Montserrat"/>
              </a:rPr>
              <a:t>, infographics &amp; images by </a:t>
            </a:r>
            <a:r>
              <a:rPr lang="en" sz="11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6" name="Google Shape;446;p49"/>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7" name="Google Shape;447;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8" name="Google Shape;448;p49"/>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1039975" y="1300933"/>
            <a:ext cx="7064100" cy="1286673"/>
          </a:xfrm>
          <a:prstGeom prst="rect">
            <a:avLst/>
          </a:prstGeom>
        </p:spPr>
        <p:txBody>
          <a:bodyPr spcFirstLastPara="1" wrap="square" lIns="91425" tIns="91425" rIns="91425" bIns="91425" anchor="b" anchorCtr="0">
            <a:noAutofit/>
          </a:bodyPr>
          <a:lstStyle/>
          <a:p>
            <a:r>
              <a:rPr lang="en" dirty="0">
                <a:latin typeface="Montserrat"/>
              </a:rPr>
              <a:t>DOAA CA2</a:t>
            </a:r>
          </a:p>
        </p:txBody>
      </p:sp>
      <p:sp>
        <p:nvSpPr>
          <p:cNvPr id="483" name="Google Shape;483;p59"/>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p>
            <a:pPr marL="0" indent="0">
              <a:buClr>
                <a:schemeClr val="dk1"/>
              </a:buClr>
              <a:buSzPts val="1100"/>
            </a:pPr>
            <a:r>
              <a:rPr lang="en" dirty="0">
                <a:solidFill>
                  <a:schemeClr val="dk1"/>
                </a:solidFill>
              </a:rPr>
              <a:t>Made by: Teo Xu Jie</a:t>
            </a:r>
          </a:p>
          <a:p>
            <a:pPr marL="0" indent="0">
              <a:buClr>
                <a:schemeClr val="dk1"/>
              </a:buClr>
              <a:buSzPts val="1100"/>
            </a:pPr>
            <a:r>
              <a:rPr lang="en" dirty="0">
                <a:solidFill>
                  <a:schemeClr val="dk1"/>
                </a:solidFill>
              </a:rPr>
              <a:t>Admin No: 2317719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1000"/>
                                        <p:tgtEl>
                                          <p:spTgt spid="482"/>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3"/>
                                        </p:tgtEl>
                                        <p:attrNameLst>
                                          <p:attrName>style.visibility</p:attrName>
                                        </p:attrNameLst>
                                      </p:cBhvr>
                                      <p:to>
                                        <p:strVal val="visible"/>
                                      </p:to>
                                    </p:set>
                                    <p:anim calcmode="lin" valueType="num">
                                      <p:cBhvr additive="base">
                                        <p:cTn id="10" dur="1000"/>
                                        <p:tgtEl>
                                          <p:spTgt spid="4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42E1-0FA9-176C-3780-1AA98B08FFE2}"/>
              </a:ext>
            </a:extLst>
          </p:cNvPr>
          <p:cNvSpPr>
            <a:spLocks noGrp="1"/>
          </p:cNvSpPr>
          <p:nvPr>
            <p:ph type="title"/>
          </p:nvPr>
        </p:nvSpPr>
        <p:spPr/>
        <p:txBody>
          <a:bodyPr/>
          <a:lstStyle/>
          <a:p>
            <a:r>
              <a:rPr lang="en-US" dirty="0"/>
              <a:t>Contents</a:t>
            </a:r>
          </a:p>
        </p:txBody>
      </p:sp>
      <p:sp>
        <p:nvSpPr>
          <p:cNvPr id="3" name="TextBox 2">
            <a:extLst>
              <a:ext uri="{FF2B5EF4-FFF2-40B4-BE49-F238E27FC236}">
                <a16:creationId xmlns:a16="http://schemas.microsoft.com/office/drawing/2014/main" id="{B894364F-E78E-8690-AE1B-ED66E7D9E291}"/>
              </a:ext>
            </a:extLst>
          </p:cNvPr>
          <p:cNvSpPr txBox="1"/>
          <p:nvPr/>
        </p:nvSpPr>
        <p:spPr>
          <a:xfrm>
            <a:off x="786809" y="1493874"/>
            <a:ext cx="7495953" cy="2462213"/>
          </a:xfrm>
          <a:prstGeom prst="rect">
            <a:avLst/>
          </a:prstGeom>
          <a:noFill/>
        </p:spPr>
        <p:txBody>
          <a:bodyPr wrap="square" rtlCol="0">
            <a:spAutoFit/>
          </a:bodyPr>
          <a:lstStyle/>
          <a:p>
            <a:pPr marL="285750" indent="-285750">
              <a:buFontTx/>
              <a:buChar char="-"/>
            </a:pPr>
            <a:r>
              <a:rPr lang="en-US" sz="1100" dirty="0">
                <a:latin typeface="Arial" panose="020B0604020202020204" pitchFamily="34" charset="0"/>
              </a:rPr>
              <a:t>Gitlab and branches setup </a:t>
            </a:r>
          </a:p>
          <a:p>
            <a:endParaRPr lang="en-US" sz="1100" dirty="0">
              <a:latin typeface="Arial" panose="020B0604020202020204" pitchFamily="34" charset="0"/>
            </a:endParaRPr>
          </a:p>
          <a:p>
            <a:pPr marL="285750" indent="-285750">
              <a:buFontTx/>
              <a:buChar char="-"/>
            </a:pPr>
            <a:r>
              <a:rPr lang="en-US" sz="1100" b="0" i="0" dirty="0">
                <a:effectLst/>
                <a:latin typeface="Arial" panose="020B0604020202020204" pitchFamily="34" charset="0"/>
              </a:rPr>
              <a:t>Setup of Scrum board </a:t>
            </a:r>
          </a:p>
          <a:p>
            <a:endParaRPr lang="en-US" sz="1100" b="0" i="0" dirty="0">
              <a:effectLst/>
              <a:latin typeface="Arial" panose="020B0604020202020204" pitchFamily="34" charset="0"/>
            </a:endParaRPr>
          </a:p>
          <a:p>
            <a:pPr marL="285750" indent="-285750">
              <a:buFontTx/>
              <a:buChar char="-"/>
            </a:pPr>
            <a:r>
              <a:rPr lang="en-US" sz="1100" dirty="0">
                <a:latin typeface="Arial" panose="020B0604020202020204" pitchFamily="34" charset="0"/>
              </a:rPr>
              <a:t>Wireframe Design</a:t>
            </a:r>
          </a:p>
          <a:p>
            <a:endParaRPr lang="en-US" sz="1100" dirty="0">
              <a:latin typeface="Arial" panose="020B0604020202020204" pitchFamily="34" charset="0"/>
            </a:endParaRPr>
          </a:p>
          <a:p>
            <a:pPr marL="285750" indent="-285750">
              <a:buFontTx/>
              <a:buChar char="-"/>
            </a:pPr>
            <a:r>
              <a:rPr lang="en-US" sz="1100" b="0" i="0" dirty="0">
                <a:effectLst/>
                <a:latin typeface="Arial" panose="020B0604020202020204" pitchFamily="34" charset="0"/>
              </a:rPr>
              <a:t>APIs Testing </a:t>
            </a:r>
          </a:p>
          <a:p>
            <a:pPr marL="285750" indent="-285750">
              <a:buFontTx/>
              <a:buChar char="-"/>
            </a:pPr>
            <a:endParaRPr lang="en-US" sz="1100" b="0" i="0" dirty="0">
              <a:effectLst/>
              <a:latin typeface="Arial" panose="020B0604020202020204" pitchFamily="34" charset="0"/>
            </a:endParaRPr>
          </a:p>
          <a:p>
            <a:pPr marL="285750" indent="-285750">
              <a:buFontTx/>
              <a:buChar char="-"/>
            </a:pPr>
            <a:r>
              <a:rPr lang="en-US" sz="1100" dirty="0">
                <a:latin typeface="Arial" panose="020B0604020202020204" pitchFamily="34" charset="0"/>
              </a:rPr>
              <a:t>CI/CD </a:t>
            </a:r>
          </a:p>
          <a:p>
            <a:endParaRPr lang="en-US" sz="1100" dirty="0">
              <a:latin typeface="Arial" panose="020B0604020202020204" pitchFamily="34" charset="0"/>
            </a:endParaRPr>
          </a:p>
          <a:p>
            <a:r>
              <a:rPr lang="en-US" sz="1100" dirty="0">
                <a:latin typeface="Arial" panose="020B0604020202020204" pitchFamily="34" charset="0"/>
              </a:rPr>
              <a:t>-      Running Docker and Deployment to Internet</a:t>
            </a:r>
          </a:p>
          <a:p>
            <a:endParaRPr lang="en-US" sz="1100" dirty="0">
              <a:latin typeface="Arial" panose="020B0604020202020204" pitchFamily="34" charset="0"/>
            </a:endParaRPr>
          </a:p>
          <a:p>
            <a:pPr marL="285750" indent="-285750">
              <a:buFontTx/>
              <a:buChar char="-"/>
            </a:pPr>
            <a:r>
              <a:rPr lang="en-US" sz="1100" b="0" i="0" dirty="0">
                <a:effectLst/>
                <a:latin typeface="Arial" panose="020B0604020202020204" pitchFamily="34" charset="0"/>
              </a:rPr>
              <a:t>D</a:t>
            </a:r>
            <a:r>
              <a:rPr lang="en-US" sz="1100" dirty="0">
                <a:latin typeface="Arial" panose="020B0604020202020204" pitchFamily="34" charset="0"/>
              </a:rPr>
              <a:t>emonstration</a:t>
            </a:r>
          </a:p>
          <a:p>
            <a:endParaRPr lang="en-US" sz="1100" dirty="0">
              <a:latin typeface="Arial" panose="020B0604020202020204" pitchFamily="34" charset="0"/>
            </a:endParaRPr>
          </a:p>
        </p:txBody>
      </p:sp>
    </p:spTree>
    <p:extLst>
      <p:ext uri="{BB962C8B-B14F-4D97-AF65-F5344CB8AC3E}">
        <p14:creationId xmlns:p14="http://schemas.microsoft.com/office/powerpoint/2010/main" val="4258881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9246A-46DB-657B-AA56-9B409C2C77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A17DE6-560A-A83A-E2F1-116B310E98C6}"/>
              </a:ext>
            </a:extLst>
          </p:cNvPr>
          <p:cNvSpPr>
            <a:spLocks noGrp="1"/>
          </p:cNvSpPr>
          <p:nvPr>
            <p:ph type="title"/>
          </p:nvPr>
        </p:nvSpPr>
        <p:spPr/>
        <p:txBody>
          <a:bodyPr/>
          <a:lstStyle/>
          <a:p>
            <a:r>
              <a:rPr lang="en-US" b="0" i="0" dirty="0">
                <a:effectLst/>
                <a:latin typeface="Arial" panose="020B0604020202020204" pitchFamily="34" charset="0"/>
              </a:rPr>
              <a:t>Gitlab and branches setup</a:t>
            </a:r>
            <a:br>
              <a:rPr lang="en-US" b="0" i="0" dirty="0">
                <a:effectLst/>
                <a:latin typeface="Arial" panose="020B0604020202020204" pitchFamily="34" charset="0"/>
              </a:rPr>
            </a:br>
            <a:endParaRPr lang="en-US" dirty="0"/>
          </a:p>
        </p:txBody>
      </p:sp>
      <p:sp>
        <p:nvSpPr>
          <p:cNvPr id="5" name="TextBox 4">
            <a:extLst>
              <a:ext uri="{FF2B5EF4-FFF2-40B4-BE49-F238E27FC236}">
                <a16:creationId xmlns:a16="http://schemas.microsoft.com/office/drawing/2014/main" id="{DC0D7EB8-FEE0-8019-7D61-D878E79D89E9}"/>
              </a:ext>
            </a:extLst>
          </p:cNvPr>
          <p:cNvSpPr txBox="1"/>
          <p:nvPr/>
        </p:nvSpPr>
        <p:spPr>
          <a:xfrm>
            <a:off x="898451" y="1414130"/>
            <a:ext cx="7145079" cy="738664"/>
          </a:xfrm>
          <a:prstGeom prst="rect">
            <a:avLst/>
          </a:prstGeom>
          <a:noFill/>
        </p:spPr>
        <p:txBody>
          <a:bodyPr wrap="square" rtlCol="0">
            <a:spAutoFit/>
          </a:bodyPr>
          <a:lstStyle/>
          <a:p>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US" dirty="0"/>
          </a:p>
          <a:p>
            <a:endParaRPr lang="en-US" dirty="0"/>
          </a:p>
        </p:txBody>
      </p:sp>
      <p:pic>
        <p:nvPicPr>
          <p:cNvPr id="6" name="Picture 5">
            <a:extLst>
              <a:ext uri="{FF2B5EF4-FFF2-40B4-BE49-F238E27FC236}">
                <a16:creationId xmlns:a16="http://schemas.microsoft.com/office/drawing/2014/main" id="{DC825B35-18C7-9ACF-C781-35F313168239}"/>
              </a:ext>
            </a:extLst>
          </p:cNvPr>
          <p:cNvPicPr>
            <a:picLocks noChangeAspect="1"/>
          </p:cNvPicPr>
          <p:nvPr/>
        </p:nvPicPr>
        <p:blipFill>
          <a:blip r:embed="rId2"/>
          <a:stretch>
            <a:fillRect/>
          </a:stretch>
        </p:blipFill>
        <p:spPr>
          <a:xfrm>
            <a:off x="951876" y="1414130"/>
            <a:ext cx="6813030" cy="2921271"/>
          </a:xfrm>
          <a:prstGeom prst="rect">
            <a:avLst/>
          </a:prstGeom>
        </p:spPr>
      </p:pic>
    </p:spTree>
    <p:extLst>
      <p:ext uri="{BB962C8B-B14F-4D97-AF65-F5344CB8AC3E}">
        <p14:creationId xmlns:p14="http://schemas.microsoft.com/office/powerpoint/2010/main" val="2242751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07CF0-31EC-EAF3-B969-D32C5DDB8DF1}"/>
              </a:ext>
            </a:extLst>
          </p:cNvPr>
          <p:cNvSpPr>
            <a:spLocks noGrp="1"/>
          </p:cNvSpPr>
          <p:nvPr>
            <p:ph type="title"/>
          </p:nvPr>
        </p:nvSpPr>
        <p:spPr/>
        <p:txBody>
          <a:bodyPr/>
          <a:lstStyle/>
          <a:p>
            <a:r>
              <a:rPr lang="en-US" b="0" i="0" dirty="0">
                <a:effectLst/>
                <a:latin typeface="Arial" panose="020B0604020202020204" pitchFamily="34" charset="0"/>
              </a:rPr>
              <a:t>Gitlab and branches setup</a:t>
            </a:r>
            <a:br>
              <a:rPr lang="en-US" b="0" i="0" dirty="0">
                <a:effectLst/>
                <a:latin typeface="Arial" panose="020B0604020202020204" pitchFamily="34" charset="0"/>
              </a:rPr>
            </a:br>
            <a:endParaRPr lang="en-US" dirty="0"/>
          </a:p>
        </p:txBody>
      </p:sp>
      <p:sp>
        <p:nvSpPr>
          <p:cNvPr id="5" name="TextBox 4">
            <a:extLst>
              <a:ext uri="{FF2B5EF4-FFF2-40B4-BE49-F238E27FC236}">
                <a16:creationId xmlns:a16="http://schemas.microsoft.com/office/drawing/2014/main" id="{49AF8750-301B-1672-D00F-26C7F2287657}"/>
              </a:ext>
            </a:extLst>
          </p:cNvPr>
          <p:cNvSpPr txBox="1"/>
          <p:nvPr/>
        </p:nvSpPr>
        <p:spPr>
          <a:xfrm>
            <a:off x="854908" y="1403244"/>
            <a:ext cx="7145079" cy="289310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Main and Develop Branches – The main branch holds stable, production-ready code, while develop is used for integrating new features before merging into main.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Feature Branches – Each new functionality is developed in a separate feature/* branch, such as feature/CICD for pipeline setup and feature/backend/login-register-authentication for user authentication.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Testing and Merging – Feature branches are tested individually, reviewed, and merged into develop, ensuring a clean and stable integration before moving to main.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Deployment Workflow – After passing tests in develop, the code is merged into main, triggering the CI/CD pipeline for automated deployment.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7243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D9C0E-5E22-99F3-0978-CBC112C90F6A}"/>
              </a:ext>
            </a:extLst>
          </p:cNvPr>
          <p:cNvSpPr>
            <a:spLocks noGrp="1"/>
          </p:cNvSpPr>
          <p:nvPr>
            <p:ph type="title"/>
          </p:nvPr>
        </p:nvSpPr>
        <p:spPr/>
        <p:txBody>
          <a:bodyPr/>
          <a:lstStyle/>
          <a:p>
            <a:r>
              <a:rPr lang="en-US" b="0" i="0" dirty="0">
                <a:effectLst/>
                <a:latin typeface="Arial" panose="020B0604020202020204" pitchFamily="34" charset="0"/>
              </a:rPr>
              <a:t>Setup of Scrum Board</a:t>
            </a:r>
            <a:br>
              <a:rPr lang="en-US" b="0" i="0" dirty="0">
                <a:effectLst/>
                <a:latin typeface="Arial" panose="020B0604020202020204" pitchFamily="34" charset="0"/>
              </a:rPr>
            </a:br>
            <a:endParaRPr lang="en-US" dirty="0"/>
          </a:p>
        </p:txBody>
      </p:sp>
      <p:pic>
        <p:nvPicPr>
          <p:cNvPr id="5" name="Picture 4">
            <a:extLst>
              <a:ext uri="{FF2B5EF4-FFF2-40B4-BE49-F238E27FC236}">
                <a16:creationId xmlns:a16="http://schemas.microsoft.com/office/drawing/2014/main" id="{21646807-2096-842C-9058-8CE78F3FF636}"/>
              </a:ext>
            </a:extLst>
          </p:cNvPr>
          <p:cNvPicPr>
            <a:picLocks noChangeAspect="1"/>
          </p:cNvPicPr>
          <p:nvPr/>
        </p:nvPicPr>
        <p:blipFill>
          <a:blip r:embed="rId2"/>
          <a:stretch>
            <a:fillRect/>
          </a:stretch>
        </p:blipFill>
        <p:spPr>
          <a:xfrm>
            <a:off x="1402067" y="1210088"/>
            <a:ext cx="5567576" cy="3263559"/>
          </a:xfrm>
          <a:prstGeom prst="rect">
            <a:avLst/>
          </a:prstGeom>
        </p:spPr>
      </p:pic>
    </p:spTree>
    <p:extLst>
      <p:ext uri="{BB962C8B-B14F-4D97-AF65-F5344CB8AC3E}">
        <p14:creationId xmlns:p14="http://schemas.microsoft.com/office/powerpoint/2010/main" val="3845959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7BABD-643F-A0DD-F4F3-FD51E6FD8812}"/>
              </a:ext>
            </a:extLst>
          </p:cNvPr>
          <p:cNvSpPr>
            <a:spLocks noGrp="1"/>
          </p:cNvSpPr>
          <p:nvPr>
            <p:ph type="title"/>
          </p:nvPr>
        </p:nvSpPr>
        <p:spPr/>
        <p:txBody>
          <a:bodyPr/>
          <a:lstStyle/>
          <a:p>
            <a:r>
              <a:rPr lang="en-US" b="0" i="0" dirty="0">
                <a:effectLst/>
                <a:latin typeface="Arial" panose="020B0604020202020204" pitchFamily="34" charset="0"/>
              </a:rPr>
              <a:t>Wireframe Design</a:t>
            </a:r>
            <a:br>
              <a:rPr lang="en-US" b="0" i="0" dirty="0">
                <a:effectLst/>
                <a:latin typeface="Arial" panose="020B0604020202020204" pitchFamily="34" charset="0"/>
              </a:rPr>
            </a:br>
            <a:endParaRPr lang="en-US" dirty="0"/>
          </a:p>
        </p:txBody>
      </p:sp>
      <p:pic>
        <p:nvPicPr>
          <p:cNvPr id="5" name="Picture 4">
            <a:extLst>
              <a:ext uri="{FF2B5EF4-FFF2-40B4-BE49-F238E27FC236}">
                <a16:creationId xmlns:a16="http://schemas.microsoft.com/office/drawing/2014/main" id="{3DC1273A-10FD-0853-4ACC-DD43CC7E007E}"/>
              </a:ext>
            </a:extLst>
          </p:cNvPr>
          <p:cNvPicPr>
            <a:picLocks noChangeAspect="1"/>
          </p:cNvPicPr>
          <p:nvPr/>
        </p:nvPicPr>
        <p:blipFill>
          <a:blip r:embed="rId2"/>
          <a:stretch>
            <a:fillRect/>
          </a:stretch>
        </p:blipFill>
        <p:spPr>
          <a:xfrm>
            <a:off x="168021" y="1174904"/>
            <a:ext cx="4069818" cy="2425741"/>
          </a:xfrm>
          <a:prstGeom prst="rect">
            <a:avLst/>
          </a:prstGeom>
        </p:spPr>
      </p:pic>
      <p:pic>
        <p:nvPicPr>
          <p:cNvPr id="9" name="Picture 8">
            <a:extLst>
              <a:ext uri="{FF2B5EF4-FFF2-40B4-BE49-F238E27FC236}">
                <a16:creationId xmlns:a16="http://schemas.microsoft.com/office/drawing/2014/main" id="{4EDD7D20-2E5E-E00B-CA6C-9DD5615494CB}"/>
              </a:ext>
            </a:extLst>
          </p:cNvPr>
          <p:cNvPicPr>
            <a:picLocks noChangeAspect="1"/>
          </p:cNvPicPr>
          <p:nvPr/>
        </p:nvPicPr>
        <p:blipFill>
          <a:blip r:embed="rId3"/>
          <a:stretch>
            <a:fillRect/>
          </a:stretch>
        </p:blipFill>
        <p:spPr>
          <a:xfrm>
            <a:off x="5156933" y="502664"/>
            <a:ext cx="3396602" cy="2357769"/>
          </a:xfrm>
          <a:prstGeom prst="rect">
            <a:avLst/>
          </a:prstGeom>
        </p:spPr>
      </p:pic>
      <p:pic>
        <p:nvPicPr>
          <p:cNvPr id="11" name="Picture 10">
            <a:extLst>
              <a:ext uri="{FF2B5EF4-FFF2-40B4-BE49-F238E27FC236}">
                <a16:creationId xmlns:a16="http://schemas.microsoft.com/office/drawing/2014/main" id="{D237EE42-BD5A-34B4-2821-B55FFA53252E}"/>
              </a:ext>
            </a:extLst>
          </p:cNvPr>
          <p:cNvPicPr>
            <a:picLocks noChangeAspect="1"/>
          </p:cNvPicPr>
          <p:nvPr/>
        </p:nvPicPr>
        <p:blipFill>
          <a:blip r:embed="rId4"/>
          <a:stretch>
            <a:fillRect/>
          </a:stretch>
        </p:blipFill>
        <p:spPr>
          <a:xfrm>
            <a:off x="3680044" y="2345372"/>
            <a:ext cx="2953779" cy="2427531"/>
          </a:xfrm>
          <a:prstGeom prst="rect">
            <a:avLst/>
          </a:prstGeom>
        </p:spPr>
      </p:pic>
    </p:spTree>
    <p:extLst>
      <p:ext uri="{BB962C8B-B14F-4D97-AF65-F5344CB8AC3E}">
        <p14:creationId xmlns:p14="http://schemas.microsoft.com/office/powerpoint/2010/main" val="2769228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1EF6-A999-441F-33FD-CAC5F9DA28C1}"/>
              </a:ext>
            </a:extLst>
          </p:cNvPr>
          <p:cNvSpPr>
            <a:spLocks noGrp="1"/>
          </p:cNvSpPr>
          <p:nvPr>
            <p:ph type="title"/>
          </p:nvPr>
        </p:nvSpPr>
        <p:spPr/>
        <p:txBody>
          <a:bodyPr/>
          <a:lstStyle/>
          <a:p>
            <a:r>
              <a:rPr lang="en-US" b="0" i="0" dirty="0">
                <a:effectLst/>
                <a:latin typeface="Arial" panose="020B0604020202020204" pitchFamily="34" charset="0"/>
              </a:rPr>
              <a:t>Wireframe Design</a:t>
            </a:r>
            <a:br>
              <a:rPr lang="en-US" b="0" i="0" dirty="0">
                <a:effectLst/>
                <a:latin typeface="Arial" panose="020B0604020202020204" pitchFamily="34" charset="0"/>
              </a:rPr>
            </a:br>
            <a:endParaRPr lang="en-US" dirty="0"/>
          </a:p>
        </p:txBody>
      </p:sp>
      <p:pic>
        <p:nvPicPr>
          <p:cNvPr id="5" name="Picture 4">
            <a:extLst>
              <a:ext uri="{FF2B5EF4-FFF2-40B4-BE49-F238E27FC236}">
                <a16:creationId xmlns:a16="http://schemas.microsoft.com/office/drawing/2014/main" id="{6600F76A-ED60-0269-352F-B78AEB1C4998}"/>
              </a:ext>
            </a:extLst>
          </p:cNvPr>
          <p:cNvPicPr>
            <a:picLocks noChangeAspect="1"/>
          </p:cNvPicPr>
          <p:nvPr/>
        </p:nvPicPr>
        <p:blipFill>
          <a:blip r:embed="rId2"/>
          <a:stretch>
            <a:fillRect/>
          </a:stretch>
        </p:blipFill>
        <p:spPr>
          <a:xfrm>
            <a:off x="377455" y="1420316"/>
            <a:ext cx="4183631" cy="2738804"/>
          </a:xfrm>
          <a:prstGeom prst="rect">
            <a:avLst/>
          </a:prstGeom>
        </p:spPr>
      </p:pic>
      <p:pic>
        <p:nvPicPr>
          <p:cNvPr id="9" name="Picture 8">
            <a:extLst>
              <a:ext uri="{FF2B5EF4-FFF2-40B4-BE49-F238E27FC236}">
                <a16:creationId xmlns:a16="http://schemas.microsoft.com/office/drawing/2014/main" id="{48C43DF6-7ABA-EB3F-DBCF-6B72CE8B5D11}"/>
              </a:ext>
            </a:extLst>
          </p:cNvPr>
          <p:cNvPicPr>
            <a:picLocks noChangeAspect="1"/>
          </p:cNvPicPr>
          <p:nvPr/>
        </p:nvPicPr>
        <p:blipFill>
          <a:blip r:embed="rId3"/>
          <a:stretch>
            <a:fillRect/>
          </a:stretch>
        </p:blipFill>
        <p:spPr>
          <a:xfrm>
            <a:off x="4023701" y="1490050"/>
            <a:ext cx="4742844" cy="3035269"/>
          </a:xfrm>
          <a:prstGeom prst="rect">
            <a:avLst/>
          </a:prstGeom>
        </p:spPr>
      </p:pic>
    </p:spTree>
    <p:extLst>
      <p:ext uri="{BB962C8B-B14F-4D97-AF65-F5344CB8AC3E}">
        <p14:creationId xmlns:p14="http://schemas.microsoft.com/office/powerpoint/2010/main" val="4098094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F7A12-E924-EA50-A4F9-51BA292F81DD}"/>
              </a:ext>
            </a:extLst>
          </p:cNvPr>
          <p:cNvSpPr>
            <a:spLocks noGrp="1"/>
          </p:cNvSpPr>
          <p:nvPr>
            <p:ph type="title"/>
          </p:nvPr>
        </p:nvSpPr>
        <p:spPr/>
        <p:txBody>
          <a:bodyPr/>
          <a:lstStyle/>
          <a:p>
            <a:r>
              <a:rPr lang="en-US" b="0" i="0" dirty="0">
                <a:effectLst/>
                <a:latin typeface="Arial" panose="020B0604020202020204" pitchFamily="34" charset="0"/>
              </a:rPr>
              <a:t>APIs Testing</a:t>
            </a:r>
            <a:br>
              <a:rPr lang="en-US" b="0" i="0" dirty="0">
                <a:effectLst/>
                <a:latin typeface="Arial" panose="020B0604020202020204" pitchFamily="34" charset="0"/>
              </a:rPr>
            </a:br>
            <a:endParaRPr lang="en-US" dirty="0"/>
          </a:p>
        </p:txBody>
      </p:sp>
      <p:pic>
        <p:nvPicPr>
          <p:cNvPr id="5" name="Picture 4">
            <a:extLst>
              <a:ext uri="{FF2B5EF4-FFF2-40B4-BE49-F238E27FC236}">
                <a16:creationId xmlns:a16="http://schemas.microsoft.com/office/drawing/2014/main" id="{55FD22FE-7254-009C-3234-6BE13DD7C15B}"/>
              </a:ext>
            </a:extLst>
          </p:cNvPr>
          <p:cNvPicPr>
            <a:picLocks noChangeAspect="1"/>
          </p:cNvPicPr>
          <p:nvPr/>
        </p:nvPicPr>
        <p:blipFill>
          <a:blip r:embed="rId2"/>
          <a:stretch>
            <a:fillRect/>
          </a:stretch>
        </p:blipFill>
        <p:spPr>
          <a:xfrm>
            <a:off x="571306" y="1280861"/>
            <a:ext cx="5122429" cy="1629863"/>
          </a:xfrm>
          <a:prstGeom prst="rect">
            <a:avLst/>
          </a:prstGeom>
        </p:spPr>
      </p:pic>
      <p:pic>
        <p:nvPicPr>
          <p:cNvPr id="8" name="Picture 7">
            <a:extLst>
              <a:ext uri="{FF2B5EF4-FFF2-40B4-BE49-F238E27FC236}">
                <a16:creationId xmlns:a16="http://schemas.microsoft.com/office/drawing/2014/main" id="{D6203C5A-A4D0-5ED2-475E-E75B7BD4CA59}"/>
              </a:ext>
            </a:extLst>
          </p:cNvPr>
          <p:cNvPicPr>
            <a:picLocks noChangeAspect="1"/>
          </p:cNvPicPr>
          <p:nvPr/>
        </p:nvPicPr>
        <p:blipFill>
          <a:blip r:embed="rId3"/>
          <a:stretch>
            <a:fillRect/>
          </a:stretch>
        </p:blipFill>
        <p:spPr>
          <a:xfrm>
            <a:off x="1059078" y="3056603"/>
            <a:ext cx="7429882" cy="1390721"/>
          </a:xfrm>
          <a:prstGeom prst="rect">
            <a:avLst/>
          </a:prstGeom>
        </p:spPr>
      </p:pic>
    </p:spTree>
    <p:extLst>
      <p:ext uri="{BB962C8B-B14F-4D97-AF65-F5344CB8AC3E}">
        <p14:creationId xmlns:p14="http://schemas.microsoft.com/office/powerpoint/2010/main" val="2832107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54867-04AA-C903-43B9-A9E59198C277}"/>
              </a:ext>
            </a:extLst>
          </p:cNvPr>
          <p:cNvSpPr>
            <a:spLocks noGrp="1"/>
          </p:cNvSpPr>
          <p:nvPr>
            <p:ph type="title"/>
          </p:nvPr>
        </p:nvSpPr>
        <p:spPr/>
        <p:txBody>
          <a:bodyPr/>
          <a:lstStyle/>
          <a:p>
            <a:r>
              <a:rPr lang="en-US" b="0" i="0" dirty="0">
                <a:effectLst/>
                <a:latin typeface="Arial" panose="020B0604020202020204" pitchFamily="34" charset="0"/>
              </a:rPr>
              <a:t>APIs Testing</a:t>
            </a:r>
            <a:br>
              <a:rPr lang="en-US" b="0" i="0" dirty="0">
                <a:effectLst/>
                <a:latin typeface="Arial" panose="020B0604020202020204" pitchFamily="34" charset="0"/>
              </a:rPr>
            </a:br>
            <a:endParaRPr lang="en-US" dirty="0"/>
          </a:p>
        </p:txBody>
      </p:sp>
      <p:sp>
        <p:nvSpPr>
          <p:cNvPr id="3" name="TextBox 2">
            <a:extLst>
              <a:ext uri="{FF2B5EF4-FFF2-40B4-BE49-F238E27FC236}">
                <a16:creationId xmlns:a16="http://schemas.microsoft.com/office/drawing/2014/main" id="{6E806D66-85F7-9910-886B-D121CF376AB5}"/>
              </a:ext>
            </a:extLst>
          </p:cNvPr>
          <p:cNvSpPr txBox="1"/>
          <p:nvPr/>
        </p:nvSpPr>
        <p:spPr>
          <a:xfrm>
            <a:off x="713225" y="1153633"/>
            <a:ext cx="7946994" cy="3323987"/>
          </a:xfrm>
          <a:prstGeom prst="rect">
            <a:avLst/>
          </a:prstGeom>
          <a:noFill/>
        </p:spPr>
        <p:txBody>
          <a:bodyPr wrap="square" rtlCol="0">
            <a:spAutoFit/>
          </a:bodyPr>
          <a:lstStyle/>
          <a:p>
            <a:r>
              <a:rPr lang="en-US" dirty="0"/>
              <a:t>The application provides secure and reliable API interactions, covering user authentication, image generation, and history management. Each API is designed to handle both valid and invalid inputs, ensuring robust functionality.</a:t>
            </a:r>
          </a:p>
          <a:p>
            <a:endParaRPr lang="en-US" dirty="0"/>
          </a:p>
          <a:p>
            <a:r>
              <a:rPr lang="en-US" dirty="0"/>
              <a:t>My testing strategy includes </a:t>
            </a:r>
            <a:r>
              <a:rPr lang="en-US" b="1" dirty="0"/>
              <a:t>validity, range, consistency, unexpected failure, and expected failure testing</a:t>
            </a:r>
            <a:r>
              <a:rPr lang="en-US" dirty="0"/>
              <a:t> to validate inputs, maintain data integrity, and ensure smooth user experiences across all scenarios.</a:t>
            </a:r>
          </a:p>
          <a:p>
            <a:endParaRPr lang="en-US" dirty="0"/>
          </a:p>
          <a:p>
            <a:r>
              <a:rPr lang="en-US" dirty="0"/>
              <a:t>To ensure reliable AI-powered image generation, tests verify that each generated output is stored correctly, retrieved accurately, and meets user specifications under different conditions.</a:t>
            </a:r>
          </a:p>
          <a:p>
            <a:endParaRPr lang="en-US" dirty="0"/>
          </a:p>
          <a:p>
            <a:r>
              <a:rPr lang="en-US" dirty="0"/>
              <a:t>The system gracefully handles errors like malformed JSON, excessive inputs, or unauthorized access, providing clear feedback and maintaining stability, ensuring seamless performance even under edge cases.</a:t>
            </a:r>
          </a:p>
          <a:p>
            <a:endParaRPr lang="en-US" dirty="0"/>
          </a:p>
        </p:txBody>
      </p:sp>
    </p:spTree>
    <p:extLst>
      <p:ext uri="{BB962C8B-B14F-4D97-AF65-F5344CB8AC3E}">
        <p14:creationId xmlns:p14="http://schemas.microsoft.com/office/powerpoint/2010/main" val="2458324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85EE5-B810-2408-FE7A-EAAEEAC69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99BBA-79A7-C726-5A1A-FFACA83838A5}"/>
              </a:ext>
            </a:extLst>
          </p:cNvPr>
          <p:cNvSpPr>
            <a:spLocks noGrp="1"/>
          </p:cNvSpPr>
          <p:nvPr>
            <p:ph type="title"/>
          </p:nvPr>
        </p:nvSpPr>
        <p:spPr/>
        <p:txBody>
          <a:bodyPr/>
          <a:lstStyle/>
          <a:p>
            <a:r>
              <a:rPr lang="en-US" dirty="0">
                <a:latin typeface="Arial" panose="020B0604020202020204" pitchFamily="34" charset="0"/>
              </a:rPr>
              <a:t>CI/CD</a:t>
            </a:r>
            <a:br>
              <a:rPr lang="en-US" b="0" i="0" dirty="0">
                <a:effectLst/>
                <a:latin typeface="Arial" panose="020B0604020202020204" pitchFamily="34" charset="0"/>
              </a:rPr>
            </a:br>
            <a:endParaRPr lang="en-US" dirty="0"/>
          </a:p>
        </p:txBody>
      </p:sp>
      <p:pic>
        <p:nvPicPr>
          <p:cNvPr id="4" name="Picture 3">
            <a:extLst>
              <a:ext uri="{FF2B5EF4-FFF2-40B4-BE49-F238E27FC236}">
                <a16:creationId xmlns:a16="http://schemas.microsoft.com/office/drawing/2014/main" id="{72291C6C-EC60-34B4-3649-A399E6681BDD}"/>
              </a:ext>
            </a:extLst>
          </p:cNvPr>
          <p:cNvPicPr>
            <a:picLocks noChangeAspect="1"/>
          </p:cNvPicPr>
          <p:nvPr/>
        </p:nvPicPr>
        <p:blipFill>
          <a:blip r:embed="rId2"/>
          <a:stretch>
            <a:fillRect/>
          </a:stretch>
        </p:blipFill>
        <p:spPr>
          <a:xfrm>
            <a:off x="466341" y="1260206"/>
            <a:ext cx="4780827" cy="3149648"/>
          </a:xfrm>
          <a:prstGeom prst="rect">
            <a:avLst/>
          </a:prstGeom>
        </p:spPr>
      </p:pic>
      <p:sp>
        <p:nvSpPr>
          <p:cNvPr id="6" name="TextBox 5">
            <a:extLst>
              <a:ext uri="{FF2B5EF4-FFF2-40B4-BE49-F238E27FC236}">
                <a16:creationId xmlns:a16="http://schemas.microsoft.com/office/drawing/2014/main" id="{33D5C96A-E3BD-5435-65BF-024B4CA335E0}"/>
              </a:ext>
            </a:extLst>
          </p:cNvPr>
          <p:cNvSpPr txBox="1"/>
          <p:nvPr/>
        </p:nvSpPr>
        <p:spPr>
          <a:xfrm>
            <a:off x="5507667" y="1716905"/>
            <a:ext cx="3314446" cy="160043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This GitLab CI/CD pipeline automates testing and deployment by running pytest for my unit tests in a Python 3.9 environment and saving test reports. If tests pass, it deploys the application to Render when changes are pushed to the main branch.</a:t>
            </a:r>
          </a:p>
        </p:txBody>
      </p:sp>
    </p:spTree>
    <p:extLst>
      <p:ext uri="{BB962C8B-B14F-4D97-AF65-F5344CB8AC3E}">
        <p14:creationId xmlns:p14="http://schemas.microsoft.com/office/powerpoint/2010/main" val="806102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D3C9A-98B9-BD41-D8EF-A8E1048BF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C1CB8-A13E-AC80-FDAF-681EA83E64F4}"/>
              </a:ext>
            </a:extLst>
          </p:cNvPr>
          <p:cNvSpPr>
            <a:spLocks noGrp="1"/>
          </p:cNvSpPr>
          <p:nvPr>
            <p:ph type="title"/>
          </p:nvPr>
        </p:nvSpPr>
        <p:spPr/>
        <p:txBody>
          <a:bodyPr/>
          <a:lstStyle/>
          <a:p>
            <a:r>
              <a:rPr lang="en-US" dirty="0">
                <a:latin typeface="Arial" panose="020B0604020202020204" pitchFamily="34" charset="0"/>
              </a:rPr>
              <a:t>CI/CD</a:t>
            </a:r>
            <a:br>
              <a:rPr lang="en-US" b="0" i="0" dirty="0">
                <a:effectLst/>
                <a:latin typeface="Arial" panose="020B0604020202020204" pitchFamily="34" charset="0"/>
              </a:rPr>
            </a:br>
            <a:endParaRPr lang="en-US" dirty="0"/>
          </a:p>
        </p:txBody>
      </p:sp>
      <p:pic>
        <p:nvPicPr>
          <p:cNvPr id="5" name="Picture 4" descr="A screenshot of a computer&#10;&#10;AI-generated content may be incorrect.">
            <a:extLst>
              <a:ext uri="{FF2B5EF4-FFF2-40B4-BE49-F238E27FC236}">
                <a16:creationId xmlns:a16="http://schemas.microsoft.com/office/drawing/2014/main" id="{EC7C678F-5F86-6CEE-12FC-68B65741EF53}"/>
              </a:ext>
            </a:extLst>
          </p:cNvPr>
          <p:cNvPicPr>
            <a:picLocks noChangeAspect="1"/>
          </p:cNvPicPr>
          <p:nvPr/>
        </p:nvPicPr>
        <p:blipFill>
          <a:blip r:embed="rId2"/>
          <a:stretch>
            <a:fillRect/>
          </a:stretch>
        </p:blipFill>
        <p:spPr>
          <a:xfrm>
            <a:off x="3476800" y="1371601"/>
            <a:ext cx="5376820" cy="2889117"/>
          </a:xfrm>
          <a:prstGeom prst="rect">
            <a:avLst/>
          </a:prstGeom>
        </p:spPr>
      </p:pic>
      <p:pic>
        <p:nvPicPr>
          <p:cNvPr id="8" name="Picture 7">
            <a:extLst>
              <a:ext uri="{FF2B5EF4-FFF2-40B4-BE49-F238E27FC236}">
                <a16:creationId xmlns:a16="http://schemas.microsoft.com/office/drawing/2014/main" id="{1EA35E7B-260F-564F-01F0-92DFE2292C73}"/>
              </a:ext>
            </a:extLst>
          </p:cNvPr>
          <p:cNvPicPr>
            <a:picLocks noChangeAspect="1"/>
          </p:cNvPicPr>
          <p:nvPr/>
        </p:nvPicPr>
        <p:blipFill>
          <a:blip r:embed="rId3"/>
          <a:stretch>
            <a:fillRect/>
          </a:stretch>
        </p:blipFill>
        <p:spPr>
          <a:xfrm>
            <a:off x="290380" y="1435396"/>
            <a:ext cx="3087262" cy="2931928"/>
          </a:xfrm>
          <a:prstGeom prst="rect">
            <a:avLst/>
          </a:prstGeom>
        </p:spPr>
      </p:pic>
      <p:sp>
        <p:nvSpPr>
          <p:cNvPr id="9" name="TextBox 8">
            <a:extLst>
              <a:ext uri="{FF2B5EF4-FFF2-40B4-BE49-F238E27FC236}">
                <a16:creationId xmlns:a16="http://schemas.microsoft.com/office/drawing/2014/main" id="{2ED31B7B-08F5-4B70-F6BC-B5DD92108FA2}"/>
              </a:ext>
            </a:extLst>
          </p:cNvPr>
          <p:cNvSpPr txBox="1"/>
          <p:nvPr/>
        </p:nvSpPr>
        <p:spPr>
          <a:xfrm>
            <a:off x="409353" y="1063256"/>
            <a:ext cx="4795284" cy="307777"/>
          </a:xfrm>
          <a:prstGeom prst="rect">
            <a:avLst/>
          </a:prstGeom>
          <a:noFill/>
        </p:spPr>
        <p:txBody>
          <a:bodyPr wrap="square" rtlCol="0">
            <a:spAutoFit/>
          </a:bodyPr>
          <a:lstStyle/>
          <a:p>
            <a:r>
              <a:rPr lang="en-US" dirty="0"/>
              <a:t>Here are the results:</a:t>
            </a:r>
          </a:p>
        </p:txBody>
      </p:sp>
    </p:spTree>
    <p:extLst>
      <p:ext uri="{BB962C8B-B14F-4D97-AF65-F5344CB8AC3E}">
        <p14:creationId xmlns:p14="http://schemas.microsoft.com/office/powerpoint/2010/main" val="4173488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01E65-53A6-71B4-1744-97F5AB149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9884D-336E-BC84-2EF2-FF5B64FAEC68}"/>
              </a:ext>
            </a:extLst>
          </p:cNvPr>
          <p:cNvSpPr>
            <a:spLocks noGrp="1"/>
          </p:cNvSpPr>
          <p:nvPr>
            <p:ph type="title"/>
          </p:nvPr>
        </p:nvSpPr>
        <p:spPr/>
        <p:txBody>
          <a:bodyPr/>
          <a:lstStyle/>
          <a:p>
            <a:r>
              <a:rPr lang="en-US" dirty="0">
                <a:latin typeface="Arial" panose="020B0604020202020204" pitchFamily="34" charset="0"/>
              </a:rPr>
              <a:t>Docker &amp; Deployment to Internet</a:t>
            </a:r>
            <a:br>
              <a:rPr lang="en-US" b="0" i="0" dirty="0">
                <a:effectLst/>
                <a:latin typeface="Arial" panose="020B0604020202020204" pitchFamily="34" charset="0"/>
              </a:rPr>
            </a:br>
            <a:endParaRPr lang="en-US" dirty="0"/>
          </a:p>
        </p:txBody>
      </p:sp>
      <p:pic>
        <p:nvPicPr>
          <p:cNvPr id="5" name="Picture 4">
            <a:extLst>
              <a:ext uri="{FF2B5EF4-FFF2-40B4-BE49-F238E27FC236}">
                <a16:creationId xmlns:a16="http://schemas.microsoft.com/office/drawing/2014/main" id="{BA4FA702-6B8A-06C8-F700-5D81BD583103}"/>
              </a:ext>
            </a:extLst>
          </p:cNvPr>
          <p:cNvPicPr>
            <a:picLocks noChangeAspect="1"/>
          </p:cNvPicPr>
          <p:nvPr/>
        </p:nvPicPr>
        <p:blipFill>
          <a:blip r:embed="rId2"/>
          <a:stretch>
            <a:fillRect/>
          </a:stretch>
        </p:blipFill>
        <p:spPr>
          <a:xfrm>
            <a:off x="558725" y="1374656"/>
            <a:ext cx="3922898" cy="3202189"/>
          </a:xfrm>
          <a:prstGeom prst="rect">
            <a:avLst/>
          </a:prstGeom>
        </p:spPr>
      </p:pic>
      <p:sp>
        <p:nvSpPr>
          <p:cNvPr id="7" name="TextBox 6">
            <a:extLst>
              <a:ext uri="{FF2B5EF4-FFF2-40B4-BE49-F238E27FC236}">
                <a16:creationId xmlns:a16="http://schemas.microsoft.com/office/drawing/2014/main" id="{21C7552E-11A1-3D87-E7AD-249B955F32D3}"/>
              </a:ext>
            </a:extLst>
          </p:cNvPr>
          <p:cNvSpPr txBox="1"/>
          <p:nvPr/>
        </p:nvSpPr>
        <p:spPr>
          <a:xfrm>
            <a:off x="4811234" y="1771531"/>
            <a:ext cx="3314446" cy="181588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dirty="0"/>
              <a:t>This Docker file creates a containerized Python 3.9 environment for the web application by copying the app files, installing dependencies, and exposing port 5000 for communication. It runs the app using Guni corn, binding it to 0.0.0.0:5000, making it accessible for deployment on the internet.</a:t>
            </a:r>
            <a:endParaRPr kumimoji="0" lang="en-US" altLang="en-US"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5629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37FD8-BA11-E2E0-F2A7-CD756F8EC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2A831-5ACE-B3B0-5250-3F5432B6F595}"/>
              </a:ext>
            </a:extLst>
          </p:cNvPr>
          <p:cNvSpPr>
            <a:spLocks noGrp="1"/>
          </p:cNvSpPr>
          <p:nvPr>
            <p:ph type="title"/>
          </p:nvPr>
        </p:nvSpPr>
        <p:spPr/>
        <p:txBody>
          <a:bodyPr/>
          <a:lstStyle/>
          <a:p>
            <a:r>
              <a:rPr lang="en-US" dirty="0">
                <a:latin typeface="Arial" panose="020B0604020202020204" pitchFamily="34" charset="0"/>
              </a:rPr>
              <a:t>Docker &amp; Deployment to Internet</a:t>
            </a:r>
            <a:br>
              <a:rPr lang="en-US" b="0" i="0" dirty="0">
                <a:effectLst/>
                <a:latin typeface="Arial" panose="020B0604020202020204" pitchFamily="34" charset="0"/>
              </a:rPr>
            </a:br>
            <a:endParaRPr lang="en-US" dirty="0"/>
          </a:p>
        </p:txBody>
      </p:sp>
      <p:sp>
        <p:nvSpPr>
          <p:cNvPr id="7" name="TextBox 6">
            <a:extLst>
              <a:ext uri="{FF2B5EF4-FFF2-40B4-BE49-F238E27FC236}">
                <a16:creationId xmlns:a16="http://schemas.microsoft.com/office/drawing/2014/main" id="{83FA506D-2A36-73DC-3ECF-DF17A339EAA4}"/>
              </a:ext>
            </a:extLst>
          </p:cNvPr>
          <p:cNvSpPr txBox="1"/>
          <p:nvPr/>
        </p:nvSpPr>
        <p:spPr>
          <a:xfrm>
            <a:off x="637953" y="1158763"/>
            <a:ext cx="7378995" cy="116955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dirty="0"/>
              <a:t>I built a Docker image using docker build -t </a:t>
            </a:r>
            <a:r>
              <a:rPr lang="en-US" dirty="0" err="1"/>
              <a:t>ai-letter-generator:latest</a:t>
            </a:r>
            <a:r>
              <a:rPr lang="en-US" dirty="0"/>
              <a:t> ., which packaged my application and dependencies, then ran the container using docker run -d --name ai-letter-generator -p 5000:5000 -e FLASK_APP=run.py -e FLASK_ENV=development </a:t>
            </a:r>
            <a:r>
              <a:rPr lang="en-US" dirty="0" err="1"/>
              <a:t>ai-letter-generator:latest</a:t>
            </a:r>
            <a:r>
              <a:rPr lang="en-US" dirty="0"/>
              <a:t>, resulting in the running ai-letter-generator container as shown in the Docker dashboard.</a:t>
            </a:r>
            <a:endParaRPr kumimoji="0" lang="en-US" altLang="en-US"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C977CAFC-ADBA-84FB-09F0-B2F22017CAFD}"/>
              </a:ext>
            </a:extLst>
          </p:cNvPr>
          <p:cNvPicPr>
            <a:picLocks noChangeAspect="1"/>
          </p:cNvPicPr>
          <p:nvPr/>
        </p:nvPicPr>
        <p:blipFill>
          <a:blip r:embed="rId2"/>
          <a:stretch>
            <a:fillRect/>
          </a:stretch>
        </p:blipFill>
        <p:spPr>
          <a:xfrm>
            <a:off x="0" y="2469352"/>
            <a:ext cx="9144000" cy="2107491"/>
          </a:xfrm>
          <a:prstGeom prst="rect">
            <a:avLst/>
          </a:prstGeom>
        </p:spPr>
      </p:pic>
    </p:spTree>
    <p:extLst>
      <p:ext uri="{BB962C8B-B14F-4D97-AF65-F5344CB8AC3E}">
        <p14:creationId xmlns:p14="http://schemas.microsoft.com/office/powerpoint/2010/main" val="2499021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51F664C-88C5-A6AC-2E11-B6C9EDA4367A}"/>
              </a:ext>
            </a:extLst>
          </p:cNvPr>
          <p:cNvSpPr txBox="1">
            <a:spLocks/>
          </p:cNvSpPr>
          <p:nvPr/>
        </p:nvSpPr>
        <p:spPr>
          <a:xfrm>
            <a:off x="400458" y="346841"/>
            <a:ext cx="771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r>
              <a:rPr lang="en-US" dirty="0">
                <a:latin typeface="Arial" panose="020B0604020202020204" pitchFamily="34" charset="0"/>
              </a:rPr>
              <a:t>Docker &amp; Deployment to Internet</a:t>
            </a:r>
            <a:br>
              <a:rPr lang="en-US" dirty="0">
                <a:latin typeface="Arial" panose="020B0604020202020204" pitchFamily="34" charset="0"/>
              </a:rPr>
            </a:br>
            <a:endParaRPr lang="en-US" dirty="0"/>
          </a:p>
        </p:txBody>
      </p:sp>
      <p:pic>
        <p:nvPicPr>
          <p:cNvPr id="11" name="Picture 10">
            <a:extLst>
              <a:ext uri="{FF2B5EF4-FFF2-40B4-BE49-F238E27FC236}">
                <a16:creationId xmlns:a16="http://schemas.microsoft.com/office/drawing/2014/main" id="{9DA74403-4A5C-6713-E85E-E2BECF461861}"/>
              </a:ext>
            </a:extLst>
          </p:cNvPr>
          <p:cNvPicPr>
            <a:picLocks noChangeAspect="1"/>
          </p:cNvPicPr>
          <p:nvPr/>
        </p:nvPicPr>
        <p:blipFill>
          <a:blip r:embed="rId2"/>
          <a:stretch>
            <a:fillRect/>
          </a:stretch>
        </p:blipFill>
        <p:spPr>
          <a:xfrm>
            <a:off x="313947" y="1232552"/>
            <a:ext cx="5098026" cy="3262362"/>
          </a:xfrm>
          <a:prstGeom prst="rect">
            <a:avLst/>
          </a:prstGeom>
        </p:spPr>
      </p:pic>
      <p:sp>
        <p:nvSpPr>
          <p:cNvPr id="13" name="TextBox 12">
            <a:extLst>
              <a:ext uri="{FF2B5EF4-FFF2-40B4-BE49-F238E27FC236}">
                <a16:creationId xmlns:a16="http://schemas.microsoft.com/office/drawing/2014/main" id="{96466EBA-6844-F1DD-0D91-3609AA4BF7F8}"/>
              </a:ext>
            </a:extLst>
          </p:cNvPr>
          <p:cNvSpPr txBox="1"/>
          <p:nvPr/>
        </p:nvSpPr>
        <p:spPr>
          <a:xfrm>
            <a:off x="6018028" y="1391998"/>
            <a:ext cx="2099930" cy="2677656"/>
          </a:xfrm>
          <a:prstGeom prst="rect">
            <a:avLst/>
          </a:prstGeom>
          <a:noFill/>
        </p:spPr>
        <p:txBody>
          <a:bodyPr wrap="square" rtlCol="0">
            <a:spAutoFit/>
          </a:bodyPr>
          <a:lstStyle/>
          <a:p>
            <a:r>
              <a:rPr lang="en-US" dirty="0"/>
              <a:t>I deployed the application to </a:t>
            </a:r>
            <a:r>
              <a:rPr lang="en-US" b="1" dirty="0"/>
              <a:t>Render</a:t>
            </a:r>
            <a:r>
              <a:rPr lang="en-US" dirty="0"/>
              <a:t> by pushing the Docker image to the registry via </a:t>
            </a:r>
            <a:r>
              <a:rPr lang="en-US" b="1" dirty="0"/>
              <a:t>GitLab CI/CD</a:t>
            </a:r>
            <a:r>
              <a:rPr lang="en-US" dirty="0"/>
              <a:t>, which automatically triggered a deployment using the </a:t>
            </a:r>
            <a:r>
              <a:rPr lang="en-US" b="1" dirty="0"/>
              <a:t>Render API</a:t>
            </a:r>
            <a:r>
              <a:rPr lang="en-US" dirty="0"/>
              <a:t>, starting the Guni corn server on port </a:t>
            </a:r>
            <a:r>
              <a:rPr lang="en-US" b="1" dirty="0"/>
              <a:t>5000</a:t>
            </a:r>
            <a:r>
              <a:rPr lang="en-US" dirty="0"/>
              <a:t>, and confirming that the service is live. </a:t>
            </a:r>
          </a:p>
        </p:txBody>
      </p:sp>
    </p:spTree>
    <p:extLst>
      <p:ext uri="{BB962C8B-B14F-4D97-AF65-F5344CB8AC3E}">
        <p14:creationId xmlns:p14="http://schemas.microsoft.com/office/powerpoint/2010/main" val="2592610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77EF5E-8A1A-B415-D595-810D2F59C0E1}"/>
              </a:ext>
            </a:extLst>
          </p:cNvPr>
          <p:cNvSpPr txBox="1"/>
          <p:nvPr/>
        </p:nvSpPr>
        <p:spPr>
          <a:xfrm>
            <a:off x="1913860" y="4233629"/>
            <a:ext cx="1998921" cy="307777"/>
          </a:xfrm>
          <a:prstGeom prst="rect">
            <a:avLst/>
          </a:prstGeom>
          <a:noFill/>
        </p:spPr>
        <p:txBody>
          <a:bodyPr wrap="square" rtlCol="0">
            <a:spAutoFit/>
          </a:bodyPr>
          <a:lstStyle/>
          <a:p>
            <a:r>
              <a:rPr lang="en-US" dirty="0"/>
              <a:t>Click here to login</a:t>
            </a:r>
          </a:p>
        </p:txBody>
      </p:sp>
      <p:pic>
        <p:nvPicPr>
          <p:cNvPr id="3" name="Picture 2">
            <a:extLst>
              <a:ext uri="{FF2B5EF4-FFF2-40B4-BE49-F238E27FC236}">
                <a16:creationId xmlns:a16="http://schemas.microsoft.com/office/drawing/2014/main" id="{7DAE124C-F2CA-5670-48C0-622D1F12377D}"/>
              </a:ext>
            </a:extLst>
          </p:cNvPr>
          <p:cNvPicPr>
            <a:picLocks noChangeAspect="1"/>
          </p:cNvPicPr>
          <p:nvPr/>
        </p:nvPicPr>
        <p:blipFill>
          <a:blip r:embed="rId2"/>
          <a:stretch>
            <a:fillRect/>
          </a:stretch>
        </p:blipFill>
        <p:spPr>
          <a:xfrm>
            <a:off x="1158948" y="755982"/>
            <a:ext cx="6315740" cy="2922946"/>
          </a:xfrm>
          <a:prstGeom prst="rect">
            <a:avLst/>
          </a:prstGeom>
        </p:spPr>
      </p:pic>
      <p:sp>
        <p:nvSpPr>
          <p:cNvPr id="11" name="Arrow: Right 10">
            <a:extLst>
              <a:ext uri="{FF2B5EF4-FFF2-40B4-BE49-F238E27FC236}">
                <a16:creationId xmlns:a16="http://schemas.microsoft.com/office/drawing/2014/main" id="{4D83AE49-0FBF-8CA6-DF16-A799E9C3448F}"/>
              </a:ext>
            </a:extLst>
          </p:cNvPr>
          <p:cNvSpPr/>
          <p:nvPr/>
        </p:nvSpPr>
        <p:spPr>
          <a:xfrm rot="16200000" flipV="1">
            <a:off x="2520594" y="3658762"/>
            <a:ext cx="766029" cy="10448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E652192C-F5BF-6161-5A37-6B3ACEDA5539}"/>
              </a:ext>
            </a:extLst>
          </p:cNvPr>
          <p:cNvSpPr/>
          <p:nvPr/>
        </p:nvSpPr>
        <p:spPr>
          <a:xfrm rot="18555018">
            <a:off x="2528063" y="2504891"/>
            <a:ext cx="3958830" cy="131256"/>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4176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26AEF-463D-5CDF-AA91-1AD387B5829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2CD1E5-AFE6-8B7A-7C3B-5B5C48335A22}"/>
              </a:ext>
            </a:extLst>
          </p:cNvPr>
          <p:cNvSpPr txBox="1"/>
          <p:nvPr/>
        </p:nvSpPr>
        <p:spPr>
          <a:xfrm>
            <a:off x="215309" y="345051"/>
            <a:ext cx="2014870" cy="523220"/>
          </a:xfrm>
          <a:prstGeom prst="rect">
            <a:avLst/>
          </a:prstGeom>
          <a:noFill/>
        </p:spPr>
        <p:txBody>
          <a:bodyPr wrap="square" rtlCol="0">
            <a:spAutoFit/>
          </a:bodyPr>
          <a:lstStyle/>
          <a:p>
            <a:r>
              <a:rPr lang="en-US" dirty="0"/>
              <a:t>Click here to go back to home page</a:t>
            </a:r>
          </a:p>
        </p:txBody>
      </p:sp>
      <p:sp>
        <p:nvSpPr>
          <p:cNvPr id="9" name="TextBox 8">
            <a:extLst>
              <a:ext uri="{FF2B5EF4-FFF2-40B4-BE49-F238E27FC236}">
                <a16:creationId xmlns:a16="http://schemas.microsoft.com/office/drawing/2014/main" id="{3B0AA64D-0DDA-BDF3-5FEC-14FA8AC68F8B}"/>
              </a:ext>
            </a:extLst>
          </p:cNvPr>
          <p:cNvSpPr txBox="1"/>
          <p:nvPr/>
        </p:nvSpPr>
        <p:spPr>
          <a:xfrm>
            <a:off x="4364666" y="4189229"/>
            <a:ext cx="2307265" cy="523220"/>
          </a:xfrm>
          <a:prstGeom prst="rect">
            <a:avLst/>
          </a:prstGeom>
          <a:noFill/>
        </p:spPr>
        <p:txBody>
          <a:bodyPr wrap="square" rtlCol="0">
            <a:spAutoFit/>
          </a:bodyPr>
          <a:lstStyle/>
          <a:p>
            <a:r>
              <a:rPr lang="en-US" dirty="0"/>
              <a:t>For new users, click here to register</a:t>
            </a:r>
          </a:p>
        </p:txBody>
      </p:sp>
      <p:cxnSp>
        <p:nvCxnSpPr>
          <p:cNvPr id="16" name="Straight Arrow Connector 15">
            <a:extLst>
              <a:ext uri="{FF2B5EF4-FFF2-40B4-BE49-F238E27FC236}">
                <a16:creationId xmlns:a16="http://schemas.microsoft.com/office/drawing/2014/main" id="{0EBD3B3D-B2D8-4070-F870-2ACC56C66F6B}"/>
              </a:ext>
            </a:extLst>
          </p:cNvPr>
          <p:cNvCxnSpPr>
            <a:cxnSpLocks/>
          </p:cNvCxnSpPr>
          <p:nvPr/>
        </p:nvCxnSpPr>
        <p:spPr>
          <a:xfrm>
            <a:off x="6055242" y="2332233"/>
            <a:ext cx="871869"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6F4CD65-3C1F-5DE8-24FD-44092B57F900}"/>
              </a:ext>
            </a:extLst>
          </p:cNvPr>
          <p:cNvSpPr txBox="1"/>
          <p:nvPr/>
        </p:nvSpPr>
        <p:spPr>
          <a:xfrm>
            <a:off x="7132274" y="2299660"/>
            <a:ext cx="1685261" cy="307777"/>
          </a:xfrm>
          <a:prstGeom prst="rect">
            <a:avLst/>
          </a:prstGeom>
          <a:noFill/>
        </p:spPr>
        <p:txBody>
          <a:bodyPr wrap="square" rtlCol="0">
            <a:spAutoFit/>
          </a:bodyPr>
          <a:lstStyle/>
          <a:p>
            <a:r>
              <a:rPr lang="en-US" dirty="0"/>
              <a:t>Key in username</a:t>
            </a:r>
          </a:p>
        </p:txBody>
      </p:sp>
      <p:sp>
        <p:nvSpPr>
          <p:cNvPr id="20" name="TextBox 19">
            <a:extLst>
              <a:ext uri="{FF2B5EF4-FFF2-40B4-BE49-F238E27FC236}">
                <a16:creationId xmlns:a16="http://schemas.microsoft.com/office/drawing/2014/main" id="{8BCBEFCD-482D-4EF7-F240-E14DE5D2B666}"/>
              </a:ext>
            </a:extLst>
          </p:cNvPr>
          <p:cNvSpPr txBox="1"/>
          <p:nvPr/>
        </p:nvSpPr>
        <p:spPr>
          <a:xfrm>
            <a:off x="7132274" y="2539175"/>
            <a:ext cx="1685261" cy="307777"/>
          </a:xfrm>
          <a:prstGeom prst="rect">
            <a:avLst/>
          </a:prstGeom>
          <a:noFill/>
        </p:spPr>
        <p:txBody>
          <a:bodyPr wrap="square" rtlCol="0">
            <a:spAutoFit/>
          </a:bodyPr>
          <a:lstStyle/>
          <a:p>
            <a:r>
              <a:rPr lang="en-US" dirty="0"/>
              <a:t>Key in password</a:t>
            </a:r>
          </a:p>
        </p:txBody>
      </p:sp>
      <p:pic>
        <p:nvPicPr>
          <p:cNvPr id="4" name="Picture 3">
            <a:extLst>
              <a:ext uri="{FF2B5EF4-FFF2-40B4-BE49-F238E27FC236}">
                <a16:creationId xmlns:a16="http://schemas.microsoft.com/office/drawing/2014/main" id="{E1854BFA-573C-295F-2728-3944803E1986}"/>
              </a:ext>
            </a:extLst>
          </p:cNvPr>
          <p:cNvPicPr>
            <a:picLocks noChangeAspect="1"/>
          </p:cNvPicPr>
          <p:nvPr/>
        </p:nvPicPr>
        <p:blipFill>
          <a:blip r:embed="rId2"/>
          <a:stretch>
            <a:fillRect/>
          </a:stretch>
        </p:blipFill>
        <p:spPr>
          <a:xfrm>
            <a:off x="1794729" y="1326298"/>
            <a:ext cx="5002619" cy="2339711"/>
          </a:xfrm>
          <a:prstGeom prst="rect">
            <a:avLst/>
          </a:prstGeom>
        </p:spPr>
      </p:pic>
      <p:sp>
        <p:nvSpPr>
          <p:cNvPr id="17" name="Arrow: Right 16">
            <a:extLst>
              <a:ext uri="{FF2B5EF4-FFF2-40B4-BE49-F238E27FC236}">
                <a16:creationId xmlns:a16="http://schemas.microsoft.com/office/drawing/2014/main" id="{41579F19-0687-7ACF-E51C-5F643B58283F}"/>
              </a:ext>
            </a:extLst>
          </p:cNvPr>
          <p:cNvSpPr/>
          <p:nvPr/>
        </p:nvSpPr>
        <p:spPr>
          <a:xfrm flipV="1">
            <a:off x="4717110" y="2453549"/>
            <a:ext cx="2284915" cy="11820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BB3652D8-2DBF-6911-E0C8-7088E5E366BF}"/>
              </a:ext>
            </a:extLst>
          </p:cNvPr>
          <p:cNvSpPr/>
          <p:nvPr/>
        </p:nvSpPr>
        <p:spPr>
          <a:xfrm flipV="1">
            <a:off x="4679896" y="2633964"/>
            <a:ext cx="2284915" cy="11820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2F38A8F6-7BE2-EE9E-F7EE-1D14B3F78B14}"/>
              </a:ext>
            </a:extLst>
          </p:cNvPr>
          <p:cNvSpPr/>
          <p:nvPr/>
        </p:nvSpPr>
        <p:spPr>
          <a:xfrm rot="2590171" flipV="1">
            <a:off x="4296093" y="3515852"/>
            <a:ext cx="1563036" cy="16040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7B6272DA-1306-1D29-5F50-87E384589F82}"/>
              </a:ext>
            </a:extLst>
          </p:cNvPr>
          <p:cNvSpPr/>
          <p:nvPr/>
        </p:nvSpPr>
        <p:spPr>
          <a:xfrm rot="13642699" flipV="1">
            <a:off x="1304076" y="1052363"/>
            <a:ext cx="721780" cy="100799"/>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0499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07CCC-34A5-B668-3445-9E596D9ADD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31A7F5-19C5-3D04-4A70-3D79AF562395}"/>
              </a:ext>
            </a:extLst>
          </p:cNvPr>
          <p:cNvSpPr txBox="1"/>
          <p:nvPr/>
        </p:nvSpPr>
        <p:spPr>
          <a:xfrm>
            <a:off x="499730" y="599627"/>
            <a:ext cx="3891517" cy="307777"/>
          </a:xfrm>
          <a:prstGeom prst="rect">
            <a:avLst/>
          </a:prstGeom>
          <a:noFill/>
        </p:spPr>
        <p:txBody>
          <a:bodyPr wrap="square" rtlCol="0">
            <a:spAutoFit/>
          </a:bodyPr>
          <a:lstStyle/>
          <a:p>
            <a:r>
              <a:rPr lang="en-US" dirty="0"/>
              <a:t>In the event where user has not registered</a:t>
            </a:r>
          </a:p>
        </p:txBody>
      </p:sp>
      <p:pic>
        <p:nvPicPr>
          <p:cNvPr id="4" name="Picture 3">
            <a:extLst>
              <a:ext uri="{FF2B5EF4-FFF2-40B4-BE49-F238E27FC236}">
                <a16:creationId xmlns:a16="http://schemas.microsoft.com/office/drawing/2014/main" id="{052778AA-991E-C74F-844F-D7632B0D26C4}"/>
              </a:ext>
            </a:extLst>
          </p:cNvPr>
          <p:cNvPicPr>
            <a:picLocks noChangeAspect="1"/>
          </p:cNvPicPr>
          <p:nvPr/>
        </p:nvPicPr>
        <p:blipFill>
          <a:blip r:embed="rId2"/>
          <a:stretch>
            <a:fillRect/>
          </a:stretch>
        </p:blipFill>
        <p:spPr>
          <a:xfrm>
            <a:off x="1451344" y="1306239"/>
            <a:ext cx="6390167" cy="2953013"/>
          </a:xfrm>
          <a:prstGeom prst="rect">
            <a:avLst/>
          </a:prstGeom>
        </p:spPr>
      </p:pic>
    </p:spTree>
    <p:extLst>
      <p:ext uri="{BB962C8B-B14F-4D97-AF65-F5344CB8AC3E}">
        <p14:creationId xmlns:p14="http://schemas.microsoft.com/office/powerpoint/2010/main" val="903017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F911A-9727-4EDF-8F61-BF228F018B4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004908D-B08C-41C2-4B58-20ADFA5832E1}"/>
              </a:ext>
            </a:extLst>
          </p:cNvPr>
          <p:cNvSpPr txBox="1"/>
          <p:nvPr/>
        </p:nvSpPr>
        <p:spPr>
          <a:xfrm>
            <a:off x="6462741" y="2114211"/>
            <a:ext cx="1685261" cy="307777"/>
          </a:xfrm>
          <a:prstGeom prst="rect">
            <a:avLst/>
          </a:prstGeom>
          <a:noFill/>
        </p:spPr>
        <p:txBody>
          <a:bodyPr wrap="square" rtlCol="0">
            <a:spAutoFit/>
          </a:bodyPr>
          <a:lstStyle/>
          <a:p>
            <a:r>
              <a:rPr lang="en-US" dirty="0"/>
              <a:t>Key in username</a:t>
            </a:r>
          </a:p>
        </p:txBody>
      </p:sp>
      <p:sp>
        <p:nvSpPr>
          <p:cNvPr id="12" name="TextBox 11">
            <a:extLst>
              <a:ext uri="{FF2B5EF4-FFF2-40B4-BE49-F238E27FC236}">
                <a16:creationId xmlns:a16="http://schemas.microsoft.com/office/drawing/2014/main" id="{DDBFE3B2-549A-F424-1CEE-CAD4E45CDC31}"/>
              </a:ext>
            </a:extLst>
          </p:cNvPr>
          <p:cNvSpPr txBox="1"/>
          <p:nvPr/>
        </p:nvSpPr>
        <p:spPr>
          <a:xfrm>
            <a:off x="6439622" y="2520371"/>
            <a:ext cx="1685261" cy="307777"/>
          </a:xfrm>
          <a:prstGeom prst="rect">
            <a:avLst/>
          </a:prstGeom>
          <a:noFill/>
        </p:spPr>
        <p:txBody>
          <a:bodyPr wrap="square" rtlCol="0">
            <a:spAutoFit/>
          </a:bodyPr>
          <a:lstStyle/>
          <a:p>
            <a:r>
              <a:rPr lang="en-US" dirty="0"/>
              <a:t>Key in email</a:t>
            </a:r>
          </a:p>
        </p:txBody>
      </p:sp>
      <p:sp>
        <p:nvSpPr>
          <p:cNvPr id="13" name="TextBox 12">
            <a:extLst>
              <a:ext uri="{FF2B5EF4-FFF2-40B4-BE49-F238E27FC236}">
                <a16:creationId xmlns:a16="http://schemas.microsoft.com/office/drawing/2014/main" id="{22687501-446A-5D06-3254-07D9C886E60B}"/>
              </a:ext>
            </a:extLst>
          </p:cNvPr>
          <p:cNvSpPr txBox="1"/>
          <p:nvPr/>
        </p:nvSpPr>
        <p:spPr>
          <a:xfrm>
            <a:off x="6462741" y="3122543"/>
            <a:ext cx="1685261" cy="523220"/>
          </a:xfrm>
          <a:prstGeom prst="rect">
            <a:avLst/>
          </a:prstGeom>
          <a:noFill/>
        </p:spPr>
        <p:txBody>
          <a:bodyPr wrap="square" rtlCol="0">
            <a:spAutoFit/>
          </a:bodyPr>
          <a:lstStyle/>
          <a:p>
            <a:r>
              <a:rPr lang="en-US" dirty="0"/>
              <a:t>Confirm the same password</a:t>
            </a:r>
          </a:p>
        </p:txBody>
      </p:sp>
      <p:sp>
        <p:nvSpPr>
          <p:cNvPr id="20" name="TextBox 19">
            <a:extLst>
              <a:ext uri="{FF2B5EF4-FFF2-40B4-BE49-F238E27FC236}">
                <a16:creationId xmlns:a16="http://schemas.microsoft.com/office/drawing/2014/main" id="{0DBB9E2C-4E17-0DAF-E99C-4221287BE129}"/>
              </a:ext>
            </a:extLst>
          </p:cNvPr>
          <p:cNvSpPr txBox="1"/>
          <p:nvPr/>
        </p:nvSpPr>
        <p:spPr>
          <a:xfrm>
            <a:off x="6462741" y="3722266"/>
            <a:ext cx="1685261" cy="738664"/>
          </a:xfrm>
          <a:prstGeom prst="rect">
            <a:avLst/>
          </a:prstGeom>
          <a:noFill/>
        </p:spPr>
        <p:txBody>
          <a:bodyPr wrap="square" rtlCol="0">
            <a:spAutoFit/>
          </a:bodyPr>
          <a:lstStyle/>
          <a:p>
            <a:r>
              <a:rPr lang="en-US" dirty="0"/>
              <a:t>Click here to login if you already have an account</a:t>
            </a:r>
          </a:p>
        </p:txBody>
      </p:sp>
      <p:pic>
        <p:nvPicPr>
          <p:cNvPr id="4" name="Picture 3">
            <a:extLst>
              <a:ext uri="{FF2B5EF4-FFF2-40B4-BE49-F238E27FC236}">
                <a16:creationId xmlns:a16="http://schemas.microsoft.com/office/drawing/2014/main" id="{D6F25315-F24B-01C3-B160-7FF961E85912}"/>
              </a:ext>
            </a:extLst>
          </p:cNvPr>
          <p:cNvPicPr>
            <a:picLocks noChangeAspect="1"/>
          </p:cNvPicPr>
          <p:nvPr/>
        </p:nvPicPr>
        <p:blipFill>
          <a:blip r:embed="rId2"/>
          <a:stretch>
            <a:fillRect/>
          </a:stretch>
        </p:blipFill>
        <p:spPr>
          <a:xfrm>
            <a:off x="1132164" y="849287"/>
            <a:ext cx="3897036" cy="3882181"/>
          </a:xfrm>
          <a:prstGeom prst="rect">
            <a:avLst/>
          </a:prstGeom>
        </p:spPr>
      </p:pic>
      <p:sp>
        <p:nvSpPr>
          <p:cNvPr id="5" name="Arrow: Right 4">
            <a:extLst>
              <a:ext uri="{FF2B5EF4-FFF2-40B4-BE49-F238E27FC236}">
                <a16:creationId xmlns:a16="http://schemas.microsoft.com/office/drawing/2014/main" id="{DD11EC9A-40CD-33CD-2F0B-A5BF2DC6CB46}"/>
              </a:ext>
            </a:extLst>
          </p:cNvPr>
          <p:cNvSpPr/>
          <p:nvPr/>
        </p:nvSpPr>
        <p:spPr>
          <a:xfrm flipV="1">
            <a:off x="3959054" y="2209000"/>
            <a:ext cx="2284915" cy="11820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215BA8AD-68B8-D97C-E1B0-9E27FB19081D}"/>
              </a:ext>
            </a:extLst>
          </p:cNvPr>
          <p:cNvSpPr/>
          <p:nvPr/>
        </p:nvSpPr>
        <p:spPr>
          <a:xfrm flipV="1">
            <a:off x="3959054" y="2614993"/>
            <a:ext cx="2284915" cy="11820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210B7482-D5F6-CACC-BEFB-E34BAC840466}"/>
              </a:ext>
            </a:extLst>
          </p:cNvPr>
          <p:cNvSpPr/>
          <p:nvPr/>
        </p:nvSpPr>
        <p:spPr>
          <a:xfrm flipV="1">
            <a:off x="3886742" y="3384153"/>
            <a:ext cx="2284915" cy="11820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9BCC294D-A21C-DD4A-3541-B7162E292329}"/>
              </a:ext>
            </a:extLst>
          </p:cNvPr>
          <p:cNvSpPr/>
          <p:nvPr/>
        </p:nvSpPr>
        <p:spPr>
          <a:xfrm flipV="1">
            <a:off x="4021620" y="4032498"/>
            <a:ext cx="2284915" cy="11820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7046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40438-B912-A2EA-C739-DC78F99715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59D6A9-D7CB-E8F6-94F6-6F1FB6F26221}"/>
              </a:ext>
            </a:extLst>
          </p:cNvPr>
          <p:cNvSpPr txBox="1"/>
          <p:nvPr/>
        </p:nvSpPr>
        <p:spPr>
          <a:xfrm>
            <a:off x="499730" y="599627"/>
            <a:ext cx="5071730" cy="307777"/>
          </a:xfrm>
          <a:prstGeom prst="rect">
            <a:avLst/>
          </a:prstGeom>
          <a:noFill/>
        </p:spPr>
        <p:txBody>
          <a:bodyPr wrap="square" rtlCol="0">
            <a:spAutoFit/>
          </a:bodyPr>
          <a:lstStyle/>
          <a:p>
            <a:r>
              <a:rPr lang="en-US" dirty="0"/>
              <a:t>In the event where user does not key in matching passwords</a:t>
            </a:r>
          </a:p>
        </p:txBody>
      </p:sp>
      <p:pic>
        <p:nvPicPr>
          <p:cNvPr id="3" name="Picture 2">
            <a:extLst>
              <a:ext uri="{FF2B5EF4-FFF2-40B4-BE49-F238E27FC236}">
                <a16:creationId xmlns:a16="http://schemas.microsoft.com/office/drawing/2014/main" id="{C4A9E888-4F5A-47B4-BE6A-1F5051C04D2A}"/>
              </a:ext>
            </a:extLst>
          </p:cNvPr>
          <p:cNvPicPr>
            <a:picLocks noChangeAspect="1"/>
          </p:cNvPicPr>
          <p:nvPr/>
        </p:nvPicPr>
        <p:blipFill>
          <a:blip r:embed="rId2"/>
          <a:stretch>
            <a:fillRect/>
          </a:stretch>
        </p:blipFill>
        <p:spPr>
          <a:xfrm>
            <a:off x="2978760" y="1139169"/>
            <a:ext cx="2688393" cy="3605609"/>
          </a:xfrm>
          <a:prstGeom prst="rect">
            <a:avLst/>
          </a:prstGeom>
        </p:spPr>
      </p:pic>
    </p:spTree>
    <p:extLst>
      <p:ext uri="{BB962C8B-B14F-4D97-AF65-F5344CB8AC3E}">
        <p14:creationId xmlns:p14="http://schemas.microsoft.com/office/powerpoint/2010/main" val="636167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EE768-9FA1-D6DF-BB9F-F5EF3443DF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CD91AAB-2B27-175B-284D-A0645FFEED27}"/>
              </a:ext>
            </a:extLst>
          </p:cNvPr>
          <p:cNvSpPr txBox="1"/>
          <p:nvPr/>
        </p:nvSpPr>
        <p:spPr>
          <a:xfrm>
            <a:off x="499730" y="599627"/>
            <a:ext cx="5071730" cy="307777"/>
          </a:xfrm>
          <a:prstGeom prst="rect">
            <a:avLst/>
          </a:prstGeom>
          <a:noFill/>
        </p:spPr>
        <p:txBody>
          <a:bodyPr wrap="square" rtlCol="0">
            <a:spAutoFit/>
          </a:bodyPr>
          <a:lstStyle/>
          <a:p>
            <a:r>
              <a:rPr lang="en-US" dirty="0"/>
              <a:t>In the event where database already has that username/email</a:t>
            </a:r>
          </a:p>
        </p:txBody>
      </p:sp>
      <p:pic>
        <p:nvPicPr>
          <p:cNvPr id="4" name="Picture 3">
            <a:extLst>
              <a:ext uri="{FF2B5EF4-FFF2-40B4-BE49-F238E27FC236}">
                <a16:creationId xmlns:a16="http://schemas.microsoft.com/office/drawing/2014/main" id="{0FDEA601-AE59-8462-BC1B-3A88A7C0F5B6}"/>
              </a:ext>
            </a:extLst>
          </p:cNvPr>
          <p:cNvPicPr>
            <a:picLocks noChangeAspect="1"/>
          </p:cNvPicPr>
          <p:nvPr/>
        </p:nvPicPr>
        <p:blipFill>
          <a:blip r:embed="rId2"/>
          <a:stretch>
            <a:fillRect/>
          </a:stretch>
        </p:blipFill>
        <p:spPr>
          <a:xfrm>
            <a:off x="1195191" y="1173590"/>
            <a:ext cx="2536838" cy="3464863"/>
          </a:xfrm>
          <a:prstGeom prst="rect">
            <a:avLst/>
          </a:prstGeom>
        </p:spPr>
      </p:pic>
      <p:pic>
        <p:nvPicPr>
          <p:cNvPr id="8" name="Picture 7">
            <a:extLst>
              <a:ext uri="{FF2B5EF4-FFF2-40B4-BE49-F238E27FC236}">
                <a16:creationId xmlns:a16="http://schemas.microsoft.com/office/drawing/2014/main" id="{63DC9F8E-1E98-8EB5-6DBE-3C93EFC35986}"/>
              </a:ext>
            </a:extLst>
          </p:cNvPr>
          <p:cNvPicPr>
            <a:picLocks noChangeAspect="1"/>
          </p:cNvPicPr>
          <p:nvPr/>
        </p:nvPicPr>
        <p:blipFill>
          <a:blip r:embed="rId3"/>
          <a:stretch>
            <a:fillRect/>
          </a:stretch>
        </p:blipFill>
        <p:spPr>
          <a:xfrm>
            <a:off x="4470426" y="1173590"/>
            <a:ext cx="2610860" cy="3464863"/>
          </a:xfrm>
          <a:prstGeom prst="rect">
            <a:avLst/>
          </a:prstGeom>
        </p:spPr>
      </p:pic>
    </p:spTree>
    <p:extLst>
      <p:ext uri="{BB962C8B-B14F-4D97-AF65-F5344CB8AC3E}">
        <p14:creationId xmlns:p14="http://schemas.microsoft.com/office/powerpoint/2010/main" val="1029797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B7F3-523F-4183-62C3-3D2FF0D26B8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D601A0-80D3-A977-CEF8-7E087669A94E}"/>
              </a:ext>
            </a:extLst>
          </p:cNvPr>
          <p:cNvSpPr txBox="1"/>
          <p:nvPr/>
        </p:nvSpPr>
        <p:spPr>
          <a:xfrm>
            <a:off x="499730" y="599627"/>
            <a:ext cx="5071730" cy="523220"/>
          </a:xfrm>
          <a:prstGeom prst="rect">
            <a:avLst/>
          </a:prstGeom>
          <a:noFill/>
        </p:spPr>
        <p:txBody>
          <a:bodyPr wrap="square" rtlCol="0">
            <a:spAutoFit/>
          </a:bodyPr>
          <a:lstStyle/>
          <a:p>
            <a:r>
              <a:rPr lang="en-US" dirty="0"/>
              <a:t>User has logged in!</a:t>
            </a:r>
          </a:p>
          <a:p>
            <a:endParaRPr lang="en-US" dirty="0"/>
          </a:p>
        </p:txBody>
      </p:sp>
      <p:sp>
        <p:nvSpPr>
          <p:cNvPr id="11" name="TextBox 10">
            <a:extLst>
              <a:ext uri="{FF2B5EF4-FFF2-40B4-BE49-F238E27FC236}">
                <a16:creationId xmlns:a16="http://schemas.microsoft.com/office/drawing/2014/main" id="{057CE7DD-2E64-13F8-3B1E-8CFE39B03B4E}"/>
              </a:ext>
            </a:extLst>
          </p:cNvPr>
          <p:cNvSpPr txBox="1"/>
          <p:nvPr/>
        </p:nvSpPr>
        <p:spPr>
          <a:xfrm>
            <a:off x="7635084" y="1793832"/>
            <a:ext cx="1103129" cy="523220"/>
          </a:xfrm>
          <a:prstGeom prst="rect">
            <a:avLst/>
          </a:prstGeom>
          <a:noFill/>
        </p:spPr>
        <p:txBody>
          <a:bodyPr wrap="square" rtlCol="0">
            <a:spAutoFit/>
          </a:bodyPr>
          <a:lstStyle/>
          <a:p>
            <a:r>
              <a:rPr lang="en-US" dirty="0"/>
              <a:t>Click here to log out</a:t>
            </a:r>
          </a:p>
        </p:txBody>
      </p:sp>
      <p:pic>
        <p:nvPicPr>
          <p:cNvPr id="4" name="Picture 3">
            <a:extLst>
              <a:ext uri="{FF2B5EF4-FFF2-40B4-BE49-F238E27FC236}">
                <a16:creationId xmlns:a16="http://schemas.microsoft.com/office/drawing/2014/main" id="{134ACF75-D43E-24F8-DC9A-00A92324C236}"/>
              </a:ext>
            </a:extLst>
          </p:cNvPr>
          <p:cNvPicPr>
            <a:picLocks noChangeAspect="1"/>
          </p:cNvPicPr>
          <p:nvPr/>
        </p:nvPicPr>
        <p:blipFill>
          <a:blip r:embed="rId2"/>
          <a:stretch>
            <a:fillRect/>
          </a:stretch>
        </p:blipFill>
        <p:spPr>
          <a:xfrm>
            <a:off x="1026042" y="1092713"/>
            <a:ext cx="6246628" cy="3117541"/>
          </a:xfrm>
          <a:prstGeom prst="rect">
            <a:avLst/>
          </a:prstGeom>
        </p:spPr>
      </p:pic>
      <p:sp>
        <p:nvSpPr>
          <p:cNvPr id="8" name="Arrow: Right 7">
            <a:extLst>
              <a:ext uri="{FF2B5EF4-FFF2-40B4-BE49-F238E27FC236}">
                <a16:creationId xmlns:a16="http://schemas.microsoft.com/office/drawing/2014/main" id="{6277E9B2-AB0B-A7E6-B530-8C4ED8FA5EB1}"/>
              </a:ext>
            </a:extLst>
          </p:cNvPr>
          <p:cNvSpPr/>
          <p:nvPr/>
        </p:nvSpPr>
        <p:spPr>
          <a:xfrm rot="12672210" flipV="1">
            <a:off x="6639282" y="1568010"/>
            <a:ext cx="1044398" cy="104032"/>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6061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F14C7-22D2-38F2-074E-46D56E50F81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CA8082-CE7A-35D6-5DD4-D1E682638256}"/>
              </a:ext>
            </a:extLst>
          </p:cNvPr>
          <p:cNvPicPr>
            <a:picLocks noChangeAspect="1"/>
          </p:cNvPicPr>
          <p:nvPr/>
        </p:nvPicPr>
        <p:blipFill>
          <a:blip r:embed="rId2"/>
          <a:stretch>
            <a:fillRect/>
          </a:stretch>
        </p:blipFill>
        <p:spPr>
          <a:xfrm>
            <a:off x="588929" y="642600"/>
            <a:ext cx="2724290" cy="1530429"/>
          </a:xfrm>
          <a:prstGeom prst="rect">
            <a:avLst/>
          </a:prstGeom>
        </p:spPr>
      </p:pic>
      <p:pic>
        <p:nvPicPr>
          <p:cNvPr id="7" name="Picture 6">
            <a:extLst>
              <a:ext uri="{FF2B5EF4-FFF2-40B4-BE49-F238E27FC236}">
                <a16:creationId xmlns:a16="http://schemas.microsoft.com/office/drawing/2014/main" id="{7BBA7EDA-72DB-FE84-F2C2-58AE6FD3DF66}"/>
              </a:ext>
            </a:extLst>
          </p:cNvPr>
          <p:cNvPicPr>
            <a:picLocks noChangeAspect="1"/>
          </p:cNvPicPr>
          <p:nvPr/>
        </p:nvPicPr>
        <p:blipFill>
          <a:blip r:embed="rId3"/>
          <a:stretch>
            <a:fillRect/>
          </a:stretch>
        </p:blipFill>
        <p:spPr>
          <a:xfrm>
            <a:off x="3398743" y="642600"/>
            <a:ext cx="2743341" cy="3714941"/>
          </a:xfrm>
          <a:prstGeom prst="rect">
            <a:avLst/>
          </a:prstGeom>
        </p:spPr>
      </p:pic>
      <p:sp>
        <p:nvSpPr>
          <p:cNvPr id="9" name="TextBox 8">
            <a:extLst>
              <a:ext uri="{FF2B5EF4-FFF2-40B4-BE49-F238E27FC236}">
                <a16:creationId xmlns:a16="http://schemas.microsoft.com/office/drawing/2014/main" id="{C25083F2-4465-7F94-036A-A46A9C4DABD0}"/>
              </a:ext>
            </a:extLst>
          </p:cNvPr>
          <p:cNvSpPr txBox="1"/>
          <p:nvPr/>
        </p:nvSpPr>
        <p:spPr>
          <a:xfrm>
            <a:off x="717698" y="2336505"/>
            <a:ext cx="2450804" cy="954107"/>
          </a:xfrm>
          <a:prstGeom prst="rect">
            <a:avLst/>
          </a:prstGeom>
          <a:noFill/>
        </p:spPr>
        <p:txBody>
          <a:bodyPr wrap="square" rtlCol="0">
            <a:spAutoFit/>
          </a:bodyPr>
          <a:lstStyle/>
          <a:p>
            <a:r>
              <a:rPr lang="en-US" dirty="0"/>
              <a:t>User can choose whether he wants the model to generate a specific letter or random images</a:t>
            </a:r>
          </a:p>
        </p:txBody>
      </p:sp>
      <p:pic>
        <p:nvPicPr>
          <p:cNvPr id="12" name="Picture 11">
            <a:extLst>
              <a:ext uri="{FF2B5EF4-FFF2-40B4-BE49-F238E27FC236}">
                <a16:creationId xmlns:a16="http://schemas.microsoft.com/office/drawing/2014/main" id="{BCF75591-3E2D-B083-5BCA-37DC572D8A05}"/>
              </a:ext>
            </a:extLst>
          </p:cNvPr>
          <p:cNvPicPr>
            <a:picLocks noChangeAspect="1"/>
          </p:cNvPicPr>
          <p:nvPr/>
        </p:nvPicPr>
        <p:blipFill>
          <a:blip r:embed="rId4"/>
          <a:stretch>
            <a:fillRect/>
          </a:stretch>
        </p:blipFill>
        <p:spPr>
          <a:xfrm>
            <a:off x="6292417" y="1104580"/>
            <a:ext cx="2673487" cy="977950"/>
          </a:xfrm>
          <a:prstGeom prst="rect">
            <a:avLst/>
          </a:prstGeom>
        </p:spPr>
      </p:pic>
      <p:sp>
        <p:nvSpPr>
          <p:cNvPr id="13" name="TextBox 12">
            <a:extLst>
              <a:ext uri="{FF2B5EF4-FFF2-40B4-BE49-F238E27FC236}">
                <a16:creationId xmlns:a16="http://schemas.microsoft.com/office/drawing/2014/main" id="{EF947D13-BD0A-6786-8C58-45C20DF6E299}"/>
              </a:ext>
            </a:extLst>
          </p:cNvPr>
          <p:cNvSpPr txBox="1"/>
          <p:nvPr/>
        </p:nvSpPr>
        <p:spPr>
          <a:xfrm>
            <a:off x="6403758" y="2238460"/>
            <a:ext cx="2450804" cy="523220"/>
          </a:xfrm>
          <a:prstGeom prst="rect">
            <a:avLst/>
          </a:prstGeom>
          <a:noFill/>
        </p:spPr>
        <p:txBody>
          <a:bodyPr wrap="square" rtlCol="0">
            <a:spAutoFit/>
          </a:bodyPr>
          <a:lstStyle/>
          <a:p>
            <a:r>
              <a:rPr lang="en-US" dirty="0"/>
              <a:t>User can choose the number of images generated</a:t>
            </a:r>
          </a:p>
        </p:txBody>
      </p:sp>
    </p:spTree>
    <p:extLst>
      <p:ext uri="{BB962C8B-B14F-4D97-AF65-F5344CB8AC3E}">
        <p14:creationId xmlns:p14="http://schemas.microsoft.com/office/powerpoint/2010/main" val="345431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45C0C-4EAC-4F4E-9D9C-550E55C03B7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E763E4C-2511-1DBA-EEE4-E3B010F7D20A}"/>
              </a:ext>
            </a:extLst>
          </p:cNvPr>
          <p:cNvPicPr>
            <a:picLocks noChangeAspect="1"/>
          </p:cNvPicPr>
          <p:nvPr/>
        </p:nvPicPr>
        <p:blipFill>
          <a:blip r:embed="rId2"/>
          <a:stretch>
            <a:fillRect/>
          </a:stretch>
        </p:blipFill>
        <p:spPr>
          <a:xfrm>
            <a:off x="276446" y="1270591"/>
            <a:ext cx="4015561" cy="3011671"/>
          </a:xfrm>
          <a:prstGeom prst="rect">
            <a:avLst/>
          </a:prstGeom>
        </p:spPr>
      </p:pic>
      <p:pic>
        <p:nvPicPr>
          <p:cNvPr id="9" name="Picture 8">
            <a:extLst>
              <a:ext uri="{FF2B5EF4-FFF2-40B4-BE49-F238E27FC236}">
                <a16:creationId xmlns:a16="http://schemas.microsoft.com/office/drawing/2014/main" id="{76F06E21-C06C-A365-DFBF-5694FCA0367B}"/>
              </a:ext>
            </a:extLst>
          </p:cNvPr>
          <p:cNvPicPr>
            <a:picLocks noChangeAspect="1"/>
          </p:cNvPicPr>
          <p:nvPr/>
        </p:nvPicPr>
        <p:blipFill>
          <a:blip r:embed="rId3"/>
          <a:stretch>
            <a:fillRect/>
          </a:stretch>
        </p:blipFill>
        <p:spPr>
          <a:xfrm>
            <a:off x="4501329" y="1250544"/>
            <a:ext cx="4065960" cy="3031718"/>
          </a:xfrm>
          <a:prstGeom prst="rect">
            <a:avLst/>
          </a:prstGeom>
        </p:spPr>
      </p:pic>
    </p:spTree>
    <p:extLst>
      <p:ext uri="{BB962C8B-B14F-4D97-AF65-F5344CB8AC3E}">
        <p14:creationId xmlns:p14="http://schemas.microsoft.com/office/powerpoint/2010/main" val="2592081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0D08-0744-E48A-6073-9CD4A11A3BF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6141D5C-6891-FF52-411A-AC6BC8037A7B}"/>
              </a:ext>
            </a:extLst>
          </p:cNvPr>
          <p:cNvPicPr>
            <a:picLocks noChangeAspect="1"/>
          </p:cNvPicPr>
          <p:nvPr/>
        </p:nvPicPr>
        <p:blipFill>
          <a:blip r:embed="rId2"/>
          <a:stretch>
            <a:fillRect/>
          </a:stretch>
        </p:blipFill>
        <p:spPr>
          <a:xfrm>
            <a:off x="251489" y="492601"/>
            <a:ext cx="4405572" cy="2612211"/>
          </a:xfrm>
          <a:prstGeom prst="rect">
            <a:avLst/>
          </a:prstGeom>
        </p:spPr>
      </p:pic>
      <p:sp>
        <p:nvSpPr>
          <p:cNvPr id="10" name="TextBox 9">
            <a:extLst>
              <a:ext uri="{FF2B5EF4-FFF2-40B4-BE49-F238E27FC236}">
                <a16:creationId xmlns:a16="http://schemas.microsoft.com/office/drawing/2014/main" id="{0797027B-16DA-0D0F-ED27-FC9CD7F3AC54}"/>
              </a:ext>
            </a:extLst>
          </p:cNvPr>
          <p:cNvSpPr txBox="1"/>
          <p:nvPr/>
        </p:nvSpPr>
        <p:spPr>
          <a:xfrm>
            <a:off x="1366284" y="3265904"/>
            <a:ext cx="2450804" cy="1384995"/>
          </a:xfrm>
          <a:prstGeom prst="rect">
            <a:avLst/>
          </a:prstGeom>
          <a:noFill/>
        </p:spPr>
        <p:txBody>
          <a:bodyPr wrap="square" rtlCol="0">
            <a:spAutoFit/>
          </a:bodyPr>
          <a:lstStyle/>
          <a:p>
            <a:r>
              <a:rPr lang="en-US" dirty="0"/>
              <a:t>User can see past generated letters, download them, delete them and filter images by their letter, and the date in which they were created.</a:t>
            </a:r>
          </a:p>
        </p:txBody>
      </p:sp>
      <p:pic>
        <p:nvPicPr>
          <p:cNvPr id="12" name="Picture 11">
            <a:extLst>
              <a:ext uri="{FF2B5EF4-FFF2-40B4-BE49-F238E27FC236}">
                <a16:creationId xmlns:a16="http://schemas.microsoft.com/office/drawing/2014/main" id="{C717AAEA-B6CE-6EF3-46D5-2AF7A504F5C4}"/>
              </a:ext>
            </a:extLst>
          </p:cNvPr>
          <p:cNvPicPr>
            <a:picLocks noChangeAspect="1"/>
          </p:cNvPicPr>
          <p:nvPr/>
        </p:nvPicPr>
        <p:blipFill>
          <a:blip r:embed="rId3"/>
          <a:stretch>
            <a:fillRect/>
          </a:stretch>
        </p:blipFill>
        <p:spPr>
          <a:xfrm>
            <a:off x="5451840" y="584789"/>
            <a:ext cx="2478893" cy="2900031"/>
          </a:xfrm>
          <a:prstGeom prst="rect">
            <a:avLst/>
          </a:prstGeom>
        </p:spPr>
      </p:pic>
      <p:sp>
        <p:nvSpPr>
          <p:cNvPr id="13" name="TextBox 12">
            <a:extLst>
              <a:ext uri="{FF2B5EF4-FFF2-40B4-BE49-F238E27FC236}">
                <a16:creationId xmlns:a16="http://schemas.microsoft.com/office/drawing/2014/main" id="{0DA69BA8-12A6-D0C6-FF9F-FD8F55E8B68D}"/>
              </a:ext>
            </a:extLst>
          </p:cNvPr>
          <p:cNvSpPr txBox="1"/>
          <p:nvPr/>
        </p:nvSpPr>
        <p:spPr>
          <a:xfrm>
            <a:off x="5047809" y="3696791"/>
            <a:ext cx="3623041" cy="523220"/>
          </a:xfrm>
          <a:prstGeom prst="rect">
            <a:avLst/>
          </a:prstGeom>
          <a:noFill/>
        </p:spPr>
        <p:txBody>
          <a:bodyPr wrap="square" rtlCol="0">
            <a:spAutoFit/>
          </a:bodyPr>
          <a:lstStyle/>
          <a:p>
            <a:r>
              <a:rPr lang="en-US" dirty="0"/>
              <a:t>If there are no results searched using the filter ^</a:t>
            </a:r>
          </a:p>
        </p:txBody>
      </p:sp>
    </p:spTree>
    <p:extLst>
      <p:ext uri="{BB962C8B-B14F-4D97-AF65-F5344CB8AC3E}">
        <p14:creationId xmlns:p14="http://schemas.microsoft.com/office/powerpoint/2010/main" val="3521917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09C5A-61DD-CB69-6947-D3175043FA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758DD3-CC79-ED6B-67CE-F0A075BAAB1C}"/>
              </a:ext>
            </a:extLst>
          </p:cNvPr>
          <p:cNvPicPr>
            <a:picLocks noChangeAspect="1"/>
          </p:cNvPicPr>
          <p:nvPr/>
        </p:nvPicPr>
        <p:blipFill>
          <a:blip r:embed="rId2"/>
          <a:stretch>
            <a:fillRect/>
          </a:stretch>
        </p:blipFill>
        <p:spPr>
          <a:xfrm>
            <a:off x="253560" y="579475"/>
            <a:ext cx="4199868" cy="2288850"/>
          </a:xfrm>
          <a:prstGeom prst="rect">
            <a:avLst/>
          </a:prstGeom>
        </p:spPr>
      </p:pic>
      <p:pic>
        <p:nvPicPr>
          <p:cNvPr id="8" name="Picture 7">
            <a:extLst>
              <a:ext uri="{FF2B5EF4-FFF2-40B4-BE49-F238E27FC236}">
                <a16:creationId xmlns:a16="http://schemas.microsoft.com/office/drawing/2014/main" id="{FC24F052-83B4-D7C6-95BC-DF6D7CBA8042}"/>
              </a:ext>
            </a:extLst>
          </p:cNvPr>
          <p:cNvPicPr>
            <a:picLocks noChangeAspect="1"/>
          </p:cNvPicPr>
          <p:nvPr/>
        </p:nvPicPr>
        <p:blipFill>
          <a:blip r:embed="rId3"/>
          <a:stretch>
            <a:fillRect/>
          </a:stretch>
        </p:blipFill>
        <p:spPr>
          <a:xfrm>
            <a:off x="4552351" y="619718"/>
            <a:ext cx="4305986" cy="829517"/>
          </a:xfrm>
          <a:prstGeom prst="rect">
            <a:avLst/>
          </a:prstGeom>
        </p:spPr>
      </p:pic>
      <p:sp>
        <p:nvSpPr>
          <p:cNvPr id="11" name="TextBox 10">
            <a:extLst>
              <a:ext uri="{FF2B5EF4-FFF2-40B4-BE49-F238E27FC236}">
                <a16:creationId xmlns:a16="http://schemas.microsoft.com/office/drawing/2014/main" id="{B5797875-2DC2-3F50-73CD-114F7AEDC5FB}"/>
              </a:ext>
            </a:extLst>
          </p:cNvPr>
          <p:cNvSpPr txBox="1"/>
          <p:nvPr/>
        </p:nvSpPr>
        <p:spPr>
          <a:xfrm>
            <a:off x="407216" y="3685259"/>
            <a:ext cx="3623041" cy="954107"/>
          </a:xfrm>
          <a:prstGeom prst="rect">
            <a:avLst/>
          </a:prstGeom>
          <a:noFill/>
        </p:spPr>
        <p:txBody>
          <a:bodyPr wrap="square" rtlCol="0">
            <a:spAutoFit/>
          </a:bodyPr>
          <a:lstStyle/>
          <a:p>
            <a:r>
              <a:rPr lang="en-US" dirty="0"/>
              <a:t>My database is hosted on Aiven. Image is stored as a Dropbox link that can be accessed. All images are stored on Dropbox in a generated letters folder.</a:t>
            </a:r>
          </a:p>
        </p:txBody>
      </p:sp>
      <p:pic>
        <p:nvPicPr>
          <p:cNvPr id="14" name="Picture 13">
            <a:extLst>
              <a:ext uri="{FF2B5EF4-FFF2-40B4-BE49-F238E27FC236}">
                <a16:creationId xmlns:a16="http://schemas.microsoft.com/office/drawing/2014/main" id="{D4B72508-06EB-E04A-E64B-7A63B4CF7F8B}"/>
              </a:ext>
            </a:extLst>
          </p:cNvPr>
          <p:cNvPicPr>
            <a:picLocks noChangeAspect="1"/>
          </p:cNvPicPr>
          <p:nvPr/>
        </p:nvPicPr>
        <p:blipFill>
          <a:blip r:embed="rId4"/>
          <a:stretch>
            <a:fillRect/>
          </a:stretch>
        </p:blipFill>
        <p:spPr>
          <a:xfrm>
            <a:off x="4183912" y="2176180"/>
            <a:ext cx="4814441" cy="2190618"/>
          </a:xfrm>
          <a:prstGeom prst="rect">
            <a:avLst/>
          </a:prstGeom>
        </p:spPr>
      </p:pic>
      <p:sp>
        <p:nvSpPr>
          <p:cNvPr id="15" name="TextBox 14">
            <a:extLst>
              <a:ext uri="{FF2B5EF4-FFF2-40B4-BE49-F238E27FC236}">
                <a16:creationId xmlns:a16="http://schemas.microsoft.com/office/drawing/2014/main" id="{35E0C9A6-A6E7-BDB5-80E6-CF0ED33A863F}"/>
              </a:ext>
            </a:extLst>
          </p:cNvPr>
          <p:cNvSpPr txBox="1"/>
          <p:nvPr/>
        </p:nvSpPr>
        <p:spPr>
          <a:xfrm>
            <a:off x="1654770" y="2979099"/>
            <a:ext cx="1529681" cy="307777"/>
          </a:xfrm>
          <a:prstGeom prst="rect">
            <a:avLst/>
          </a:prstGeom>
          <a:noFill/>
        </p:spPr>
        <p:txBody>
          <a:bodyPr wrap="square" rtlCol="0">
            <a:spAutoFit/>
          </a:bodyPr>
          <a:lstStyle/>
          <a:p>
            <a:r>
              <a:rPr lang="en-US" dirty="0"/>
              <a:t>History table ^</a:t>
            </a:r>
          </a:p>
        </p:txBody>
      </p:sp>
      <p:sp>
        <p:nvSpPr>
          <p:cNvPr id="16" name="TextBox 15">
            <a:extLst>
              <a:ext uri="{FF2B5EF4-FFF2-40B4-BE49-F238E27FC236}">
                <a16:creationId xmlns:a16="http://schemas.microsoft.com/office/drawing/2014/main" id="{6F37E414-8783-1794-EF41-BD2DD9D57443}"/>
              </a:ext>
            </a:extLst>
          </p:cNvPr>
          <p:cNvSpPr txBox="1"/>
          <p:nvPr/>
        </p:nvSpPr>
        <p:spPr>
          <a:xfrm>
            <a:off x="5940503" y="1570011"/>
            <a:ext cx="1529681" cy="307777"/>
          </a:xfrm>
          <a:prstGeom prst="rect">
            <a:avLst/>
          </a:prstGeom>
          <a:noFill/>
        </p:spPr>
        <p:txBody>
          <a:bodyPr wrap="square" rtlCol="0">
            <a:spAutoFit/>
          </a:bodyPr>
          <a:lstStyle/>
          <a:p>
            <a:r>
              <a:rPr lang="en-US" dirty="0"/>
              <a:t>User table ^</a:t>
            </a:r>
          </a:p>
        </p:txBody>
      </p:sp>
    </p:spTree>
    <p:extLst>
      <p:ext uri="{BB962C8B-B14F-4D97-AF65-F5344CB8AC3E}">
        <p14:creationId xmlns:p14="http://schemas.microsoft.com/office/powerpoint/2010/main" val="1163834014"/>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581E2235869C64C891553572E4258F0" ma:contentTypeVersion="15" ma:contentTypeDescription="Create a new document." ma:contentTypeScope="" ma:versionID="45e62a9745739e06774373859dc6415e">
  <xsd:schema xmlns:xsd="http://www.w3.org/2001/XMLSchema" xmlns:xs="http://www.w3.org/2001/XMLSchema" xmlns:p="http://schemas.microsoft.com/office/2006/metadata/properties" xmlns:ns3="ddee7185-dfc6-4bab-897d-c41b9fd6b1c8" xmlns:ns4="381f3b7a-e7a2-4f4e-9a6b-038e4abf5095" targetNamespace="http://schemas.microsoft.com/office/2006/metadata/properties" ma:root="true" ma:fieldsID="ff908691b3f118ce1c6bfd81e4ccd978" ns3:_="" ns4:_="">
    <xsd:import namespace="ddee7185-dfc6-4bab-897d-c41b9fd6b1c8"/>
    <xsd:import namespace="381f3b7a-e7a2-4f4e-9a6b-038e4abf509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DateTaken" minOccurs="0"/>
                <xsd:element ref="ns3:MediaServiceObjectDetectorVersions" minOccurs="0"/>
                <xsd:element ref="ns3:MediaServiceAutoTags" minOccurs="0"/>
                <xsd:element ref="ns3:MediaLengthInSeconds" minOccurs="0"/>
                <xsd:element ref="ns3:MediaServiceSearchProperties"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ee7185-dfc6-4bab-897d-c41b9fd6b1c8"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81f3b7a-e7a2-4f4e-9a6b-038e4abf509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ddee7185-dfc6-4bab-897d-c41b9fd6b1c8" xsi:nil="true"/>
  </documentManagement>
</p:properties>
</file>

<file path=customXml/itemProps1.xml><?xml version="1.0" encoding="utf-8"?>
<ds:datastoreItem xmlns:ds="http://schemas.openxmlformats.org/officeDocument/2006/customXml" ds:itemID="{3C3D75EE-D862-419B-9748-D20BE2C4EC42}">
  <ds:schemaRefs>
    <ds:schemaRef ds:uri="http://schemas.microsoft.com/sharepoint/v3/contenttype/forms"/>
  </ds:schemaRefs>
</ds:datastoreItem>
</file>

<file path=customXml/itemProps2.xml><?xml version="1.0" encoding="utf-8"?>
<ds:datastoreItem xmlns:ds="http://schemas.openxmlformats.org/officeDocument/2006/customXml" ds:itemID="{1A53F687-A0A5-414C-9B2B-6EC87370B7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ee7185-dfc6-4bab-897d-c41b9fd6b1c8"/>
    <ds:schemaRef ds:uri="381f3b7a-e7a2-4f4e-9a6b-038e4abf50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DF32FD-6E36-4100-B907-1CE72AF6F4CB}">
  <ds:schemaRefs>
    <ds:schemaRef ds:uri="http://purl.org/dc/elements/1.1/"/>
    <ds:schemaRef ds:uri="http://purl.org/dc/terms/"/>
    <ds:schemaRef ds:uri="381f3b7a-e7a2-4f4e-9a6b-038e4abf5095"/>
    <ds:schemaRef ds:uri="http://schemas.microsoft.com/office/2006/documentManagement/types"/>
    <ds:schemaRef ds:uri="http://www.w3.org/XML/1998/namespace"/>
    <ds:schemaRef ds:uri="http://schemas.microsoft.com/office/infopath/2007/PartnerControls"/>
    <ds:schemaRef ds:uri="http://purl.org/dc/dcmitype/"/>
    <ds:schemaRef ds:uri="http://schemas.microsoft.com/office/2006/metadata/properties"/>
    <ds:schemaRef ds:uri="http://schemas.openxmlformats.org/package/2006/metadata/core-properties"/>
    <ds:schemaRef ds:uri="ddee7185-dfc6-4bab-897d-c41b9fd6b1c8"/>
  </ds:schemaRefs>
</ds:datastoreItem>
</file>

<file path=docProps/app.xml><?xml version="1.0" encoding="utf-8"?>
<Properties xmlns="http://schemas.openxmlformats.org/officeDocument/2006/extended-properties" xmlns:vt="http://schemas.openxmlformats.org/officeDocument/2006/docPropsVTypes">
  <TotalTime>331</TotalTime>
  <Words>735</Words>
  <Application>Microsoft Office PowerPoint</Application>
  <PresentationFormat>On-screen Show (16:9)</PresentationFormat>
  <Paragraphs>70</Paragraphs>
  <Slides>25</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Crimson Text</vt:lpstr>
      <vt:lpstr>Montserrat</vt:lpstr>
      <vt:lpstr>Open Sans</vt:lpstr>
      <vt:lpstr>Merriweather Light</vt:lpstr>
      <vt:lpstr>Vidaloka</vt:lpstr>
      <vt:lpstr>Open Sans SemiBold</vt:lpstr>
      <vt:lpstr>Arial</vt:lpstr>
      <vt:lpstr>Josefin Sans</vt:lpstr>
      <vt:lpstr>Russo One</vt:lpstr>
      <vt:lpstr>Mako</vt:lpstr>
      <vt:lpstr>Minimalist Business Slides XL by Slidesgo</vt:lpstr>
      <vt:lpstr>DOAA CA2</vt:lpstr>
      <vt:lpstr>Contents</vt:lpstr>
      <vt:lpstr>Gitlab and branches setup </vt:lpstr>
      <vt:lpstr>Gitlab and branches setup </vt:lpstr>
      <vt:lpstr>Setup of Scrum Board </vt:lpstr>
      <vt:lpstr>Wireframe Design </vt:lpstr>
      <vt:lpstr>Wireframe Design </vt:lpstr>
      <vt:lpstr>APIs Testing </vt:lpstr>
      <vt:lpstr>APIs Testing </vt:lpstr>
      <vt:lpstr>CI/CD </vt:lpstr>
      <vt:lpstr>CI/CD </vt:lpstr>
      <vt:lpstr>Docker &amp; Deployment to Internet </vt:lpstr>
      <vt:lpstr>Docker &amp; Deployment to Internet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teo xujie</dc:creator>
  <cp:lastModifiedBy>TEO XU JIE</cp:lastModifiedBy>
  <cp:revision>6</cp:revision>
  <dcterms:modified xsi:type="dcterms:W3CDTF">2025-02-16T17:28:40Z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0x0101003581E2235869C64C891553572E4258F0</vt:lpwstr>
  </property>
</Properties>
</file>